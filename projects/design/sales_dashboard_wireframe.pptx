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2" r:id="rId3"/>
    <p:sldId id="263" r:id="rId4"/>
    <p:sldId id="264" r:id="rId5"/>
    <p:sldId id="266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E6DD"/>
    <a:srgbClr val="2A5C43"/>
    <a:srgbClr val="3FAE7A"/>
    <a:srgbClr val="2A8E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AC59A3-4965-4CDA-89FE-2A5DACB84D05}" v="64" dt="2026-03-12T12:10:13.6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yara Rocha" userId="cd93c8e2af305baa" providerId="LiveId" clId="{CCB28ADF-A6E4-4B48-8FFF-068611E847ED}"/>
    <pc:docChg chg="undo custSel addSld delSld modSld">
      <pc:chgData name="Nayara Rocha" userId="cd93c8e2af305baa" providerId="LiveId" clId="{CCB28ADF-A6E4-4B48-8FFF-068611E847ED}" dt="2026-03-16T17:39:21.685" v="1401" actId="47"/>
      <pc:docMkLst>
        <pc:docMk/>
      </pc:docMkLst>
      <pc:sldChg chg="del">
        <pc:chgData name="Nayara Rocha" userId="cd93c8e2af305baa" providerId="LiveId" clId="{CCB28ADF-A6E4-4B48-8FFF-068611E847ED}" dt="2026-03-16T17:39:21.685" v="1401" actId="47"/>
        <pc:sldMkLst>
          <pc:docMk/>
          <pc:sldMk cId="2302649732" sldId="256"/>
        </pc:sldMkLst>
      </pc:sldChg>
      <pc:sldChg chg="del">
        <pc:chgData name="Nayara Rocha" userId="cd93c8e2af305baa" providerId="LiveId" clId="{CCB28ADF-A6E4-4B48-8FFF-068611E847ED}" dt="2026-03-16T17:39:21.685" v="1401" actId="47"/>
        <pc:sldMkLst>
          <pc:docMk/>
          <pc:sldMk cId="4010596182" sldId="257"/>
        </pc:sldMkLst>
      </pc:sldChg>
      <pc:sldChg chg="del">
        <pc:chgData name="Nayara Rocha" userId="cd93c8e2af305baa" providerId="LiveId" clId="{CCB28ADF-A6E4-4B48-8FFF-068611E847ED}" dt="2026-03-16T17:39:21.685" v="1401" actId="47"/>
        <pc:sldMkLst>
          <pc:docMk/>
          <pc:sldMk cId="2741076873" sldId="258"/>
        </pc:sldMkLst>
      </pc:sldChg>
      <pc:sldChg chg="addSp delSp modSp mod">
        <pc:chgData name="Nayara Rocha" userId="cd93c8e2af305baa" providerId="LiveId" clId="{CCB28ADF-A6E4-4B48-8FFF-068611E847ED}" dt="2026-03-11T13:23:55.282" v="1382" actId="14100"/>
        <pc:sldMkLst>
          <pc:docMk/>
          <pc:sldMk cId="3134809434" sldId="259"/>
        </pc:sldMkLst>
        <pc:spChg chg="mod">
          <ac:chgData name="Nayara Rocha" userId="cd93c8e2af305baa" providerId="LiveId" clId="{CCB28ADF-A6E4-4B48-8FFF-068611E847ED}" dt="2026-03-09T19:02:15.560" v="372" actId="1035"/>
          <ac:spMkLst>
            <pc:docMk/>
            <pc:sldMk cId="3134809434" sldId="259"/>
            <ac:spMk id="2" creationId="{3FBA7E3D-BCED-F445-AEF3-6A3D81BE443D}"/>
          </ac:spMkLst>
        </pc:spChg>
        <pc:spChg chg="mod topLvl">
          <ac:chgData name="Nayara Rocha" userId="cd93c8e2af305baa" providerId="LiveId" clId="{CCB28ADF-A6E4-4B48-8FFF-068611E847ED}" dt="2026-03-09T18:08:29.909" v="270" actId="165"/>
          <ac:spMkLst>
            <pc:docMk/>
            <pc:sldMk cId="3134809434" sldId="259"/>
            <ac:spMk id="3" creationId="{BF904C36-4897-E461-0CBB-8597B9B05218}"/>
          </ac:spMkLst>
        </pc:spChg>
        <pc:spChg chg="mod">
          <ac:chgData name="Nayara Rocha" userId="cd93c8e2af305baa" providerId="LiveId" clId="{CCB28ADF-A6E4-4B48-8FFF-068611E847ED}" dt="2026-03-10T10:58:09.430" v="927" actId="14100"/>
          <ac:spMkLst>
            <pc:docMk/>
            <pc:sldMk cId="3134809434" sldId="259"/>
            <ac:spMk id="6" creationId="{A2C0FEE9-360E-B7E8-393A-06F87279DBEA}"/>
          </ac:spMkLst>
        </pc:spChg>
        <pc:spChg chg="add del mod ord">
          <ac:chgData name="Nayara Rocha" userId="cd93c8e2af305baa" providerId="LiveId" clId="{CCB28ADF-A6E4-4B48-8FFF-068611E847ED}" dt="2026-03-10T17:28:01.537" v="1071" actId="167"/>
          <ac:spMkLst>
            <pc:docMk/>
            <pc:sldMk cId="3134809434" sldId="259"/>
            <ac:spMk id="8" creationId="{2B64B53F-E100-BD6A-68ED-173A94FA6139}"/>
          </ac:spMkLst>
        </pc:spChg>
        <pc:spChg chg="mod topLvl">
          <ac:chgData name="Nayara Rocha" userId="cd93c8e2af305baa" providerId="LiveId" clId="{CCB28ADF-A6E4-4B48-8FFF-068611E847ED}" dt="2026-03-09T18:08:29.909" v="270" actId="165"/>
          <ac:spMkLst>
            <pc:docMk/>
            <pc:sldMk cId="3134809434" sldId="259"/>
            <ac:spMk id="9" creationId="{FF2C9069-7424-9178-2BE3-DE3E9FCC7E8A}"/>
          </ac:spMkLst>
        </pc:spChg>
        <pc:spChg chg="mod topLvl">
          <ac:chgData name="Nayara Rocha" userId="cd93c8e2af305baa" providerId="LiveId" clId="{CCB28ADF-A6E4-4B48-8FFF-068611E847ED}" dt="2026-03-09T18:13:18.311" v="303" actId="2085"/>
          <ac:spMkLst>
            <pc:docMk/>
            <pc:sldMk cId="3134809434" sldId="259"/>
            <ac:spMk id="10" creationId="{0999F437-C7A1-C136-272C-E113D080550E}"/>
          </ac:spMkLst>
        </pc:spChg>
        <pc:spChg chg="mod topLvl">
          <ac:chgData name="Nayara Rocha" userId="cd93c8e2af305baa" providerId="LiveId" clId="{CCB28ADF-A6E4-4B48-8FFF-068611E847ED}" dt="2026-03-09T18:12:57.468" v="300" actId="208"/>
          <ac:spMkLst>
            <pc:docMk/>
            <pc:sldMk cId="3134809434" sldId="259"/>
            <ac:spMk id="11" creationId="{1696C0B3-0F09-5C64-688E-E50D1DEDEEB0}"/>
          </ac:spMkLst>
        </pc:spChg>
        <pc:spChg chg="add mod topLvl">
          <ac:chgData name="Nayara Rocha" userId="cd93c8e2af305baa" providerId="LiveId" clId="{CCB28ADF-A6E4-4B48-8FFF-068611E847ED}" dt="2026-03-09T18:20:48.349" v="350" actId="207"/>
          <ac:spMkLst>
            <pc:docMk/>
            <pc:sldMk cId="3134809434" sldId="259"/>
            <ac:spMk id="12" creationId="{981F30CB-8D28-0F67-69DE-53B2FDA5C429}"/>
          </ac:spMkLst>
        </pc:spChg>
        <pc:spChg chg="add mod topLvl">
          <ac:chgData name="Nayara Rocha" userId="cd93c8e2af305baa" providerId="LiveId" clId="{CCB28ADF-A6E4-4B48-8FFF-068611E847ED}" dt="2026-03-09T18:14:05.333" v="310" actId="207"/>
          <ac:spMkLst>
            <pc:docMk/>
            <pc:sldMk cId="3134809434" sldId="259"/>
            <ac:spMk id="13" creationId="{361F6861-3828-FE8E-AF6E-77D4791BC9F7}"/>
          </ac:spMkLst>
        </pc:spChg>
        <pc:spChg chg="add mod topLvl">
          <ac:chgData name="Nayara Rocha" userId="cd93c8e2af305baa" providerId="LiveId" clId="{CCB28ADF-A6E4-4B48-8FFF-068611E847ED}" dt="2026-03-09T18:13:42.699" v="307" actId="1035"/>
          <ac:spMkLst>
            <pc:docMk/>
            <pc:sldMk cId="3134809434" sldId="259"/>
            <ac:spMk id="14" creationId="{1294E2B6-0C7F-1A82-D36E-8D283B026FFA}"/>
          </ac:spMkLst>
        </pc:spChg>
        <pc:spChg chg="add mod topLvl">
          <ac:chgData name="Nayara Rocha" userId="cd93c8e2af305baa" providerId="LiveId" clId="{CCB28ADF-A6E4-4B48-8FFF-068611E847ED}" dt="2026-03-09T18:14:09.380" v="311" actId="207"/>
          <ac:spMkLst>
            <pc:docMk/>
            <pc:sldMk cId="3134809434" sldId="259"/>
            <ac:spMk id="15" creationId="{FD4CC667-3A6B-40FA-1A54-656B3050208B}"/>
          </ac:spMkLst>
        </pc:spChg>
        <pc:spChg chg="add mod">
          <ac:chgData name="Nayara Rocha" userId="cd93c8e2af305baa" providerId="LiveId" clId="{CCB28ADF-A6E4-4B48-8FFF-068611E847ED}" dt="2026-03-11T13:23:55.282" v="1382" actId="14100"/>
          <ac:spMkLst>
            <pc:docMk/>
            <pc:sldMk cId="3134809434" sldId="259"/>
            <ac:spMk id="17" creationId="{D17F6BB8-C9C5-D250-38FC-67FCFF19356B}"/>
          </ac:spMkLst>
        </pc:spChg>
        <pc:spChg chg="add mod">
          <ac:chgData name="Nayara Rocha" userId="cd93c8e2af305baa" providerId="LiveId" clId="{CCB28ADF-A6E4-4B48-8FFF-068611E847ED}" dt="2026-03-09T19:02:19.533" v="377" actId="1035"/>
          <ac:spMkLst>
            <pc:docMk/>
            <pc:sldMk cId="3134809434" sldId="259"/>
            <ac:spMk id="18" creationId="{48731372-8A61-830C-DD10-6CA0115DC6E7}"/>
          </ac:spMkLst>
        </pc:spChg>
        <pc:spChg chg="add mod">
          <ac:chgData name="Nayara Rocha" userId="cd93c8e2af305baa" providerId="LiveId" clId="{CCB28ADF-A6E4-4B48-8FFF-068611E847ED}" dt="2026-03-10T17:29:12.228" v="1080" actId="1035"/>
          <ac:spMkLst>
            <pc:docMk/>
            <pc:sldMk cId="3134809434" sldId="259"/>
            <ac:spMk id="28" creationId="{1F75B3FA-2621-62D9-B585-7290DB06D8EF}"/>
          </ac:spMkLst>
        </pc:spChg>
        <pc:spChg chg="add mod">
          <ac:chgData name="Nayara Rocha" userId="cd93c8e2af305baa" providerId="LiveId" clId="{CCB28ADF-A6E4-4B48-8FFF-068611E847ED}" dt="2026-03-11T13:20:47.506" v="1145" actId="1037"/>
          <ac:spMkLst>
            <pc:docMk/>
            <pc:sldMk cId="3134809434" sldId="259"/>
            <ac:spMk id="29" creationId="{EB497259-EF7E-337F-9FAF-082F8BBB8B4E}"/>
          </ac:spMkLst>
        </pc:spChg>
        <pc:spChg chg="add mod">
          <ac:chgData name="Nayara Rocha" userId="cd93c8e2af305baa" providerId="LiveId" clId="{CCB28ADF-A6E4-4B48-8FFF-068611E847ED}" dt="2026-03-11T13:22:44.751" v="1321" actId="1037"/>
          <ac:spMkLst>
            <pc:docMk/>
            <pc:sldMk cId="3134809434" sldId="259"/>
            <ac:spMk id="30" creationId="{8368ECDC-3D5F-7B45-60DC-C0B44F9CC301}"/>
          </ac:spMkLst>
        </pc:spChg>
        <pc:spChg chg="add mod">
          <ac:chgData name="Nayara Rocha" userId="cd93c8e2af305baa" providerId="LiveId" clId="{CCB28ADF-A6E4-4B48-8FFF-068611E847ED}" dt="2026-03-11T13:23:31.297" v="1374" actId="20577"/>
          <ac:spMkLst>
            <pc:docMk/>
            <pc:sldMk cId="3134809434" sldId="259"/>
            <ac:spMk id="31" creationId="{3EEB5954-EDF1-A22D-E799-5BBBDDFEC824}"/>
          </ac:spMkLst>
        </pc:spChg>
        <pc:spChg chg="add mod">
          <ac:chgData name="Nayara Rocha" userId="cd93c8e2af305baa" providerId="LiveId" clId="{CCB28ADF-A6E4-4B48-8FFF-068611E847ED}" dt="2026-03-10T17:26:06.329" v="1065"/>
          <ac:spMkLst>
            <pc:docMk/>
            <pc:sldMk cId="3134809434" sldId="259"/>
            <ac:spMk id="32" creationId="{21D209EA-1EA3-BF46-EB09-2A609E52F047}"/>
          </ac:spMkLst>
        </pc:spChg>
        <pc:spChg chg="add mod">
          <ac:chgData name="Nayara Rocha" userId="cd93c8e2af305baa" providerId="LiveId" clId="{CCB28ADF-A6E4-4B48-8FFF-068611E847ED}" dt="2026-03-10T17:27:44.361" v="1070" actId="164"/>
          <ac:spMkLst>
            <pc:docMk/>
            <pc:sldMk cId="3134809434" sldId="259"/>
            <ac:spMk id="33" creationId="{3266DD82-0E65-4761-6413-309A31D88F34}"/>
          </ac:spMkLst>
        </pc:spChg>
        <pc:grpChg chg="add mod">
          <ac:chgData name="Nayara Rocha" userId="cd93c8e2af305baa" providerId="LiveId" clId="{CCB28ADF-A6E4-4B48-8FFF-068611E847ED}" dt="2026-03-10T17:27:44.361" v="1070" actId="164"/>
          <ac:grpSpMkLst>
            <pc:docMk/>
            <pc:sldMk cId="3134809434" sldId="259"/>
            <ac:grpSpMk id="21" creationId="{B0BA4059-52BB-1C8D-D3F2-4A1936D4F632}"/>
          </ac:grpSpMkLst>
        </pc:grpChg>
        <pc:grpChg chg="add mod">
          <ac:chgData name="Nayara Rocha" userId="cd93c8e2af305baa" providerId="LiveId" clId="{CCB28ADF-A6E4-4B48-8FFF-068611E847ED}" dt="2026-03-10T17:27:44.361" v="1070" actId="164"/>
          <ac:grpSpMkLst>
            <pc:docMk/>
            <pc:sldMk cId="3134809434" sldId="259"/>
            <ac:grpSpMk id="34" creationId="{64092D2A-E225-F12F-1644-9AF40E8CF697}"/>
          </ac:grpSpMkLst>
        </pc:grpChg>
        <pc:picChg chg="add mod">
          <ac:chgData name="Nayara Rocha" userId="cd93c8e2af305baa" providerId="LiveId" clId="{CCB28ADF-A6E4-4B48-8FFF-068611E847ED}" dt="2026-03-09T19:00:27.009" v="364" actId="1076"/>
          <ac:picMkLst>
            <pc:docMk/>
            <pc:sldMk cId="3134809434" sldId="259"/>
            <ac:picMk id="25" creationId="{2568401E-38C8-2CA6-00F3-E37640250AB8}"/>
          </ac:picMkLst>
        </pc:picChg>
        <pc:cxnChg chg="add mod">
          <ac:chgData name="Nayara Rocha" userId="cd93c8e2af305baa" providerId="LiveId" clId="{CCB28ADF-A6E4-4B48-8FFF-068611E847ED}" dt="2026-03-11T13:23:09.744" v="1372" actId="1037"/>
          <ac:cxnSpMkLst>
            <pc:docMk/>
            <pc:sldMk cId="3134809434" sldId="259"/>
            <ac:cxnSpMk id="7" creationId="{2D895281-66CD-9ACA-6E7B-DAC535EE9651}"/>
          </ac:cxnSpMkLst>
        </pc:cxnChg>
        <pc:cxnChg chg="add mod">
          <ac:chgData name="Nayara Rocha" userId="cd93c8e2af305baa" providerId="LiveId" clId="{CCB28ADF-A6E4-4B48-8FFF-068611E847ED}" dt="2026-03-10T10:58:31.905" v="928" actId="1035"/>
          <ac:cxnSpMkLst>
            <pc:docMk/>
            <pc:sldMk cId="3134809434" sldId="259"/>
            <ac:cxnSpMk id="16" creationId="{E2CF0BA7-3A1C-25B6-8B2D-CBEE2D3B647F}"/>
          </ac:cxnSpMkLst>
        </pc:cxnChg>
        <pc:cxnChg chg="add mod">
          <ac:chgData name="Nayara Rocha" userId="cd93c8e2af305baa" providerId="LiveId" clId="{CCB28ADF-A6E4-4B48-8FFF-068611E847ED}" dt="2026-03-11T13:20:37.395" v="1123" actId="1037"/>
          <ac:cxnSpMkLst>
            <pc:docMk/>
            <pc:sldMk cId="3134809434" sldId="259"/>
            <ac:cxnSpMk id="20" creationId="{317A4E70-5BD3-7F60-F79D-487F105DDACB}"/>
          </ac:cxnSpMkLst>
        </pc:cxnChg>
        <pc:cxnChg chg="add mod">
          <ac:chgData name="Nayara Rocha" userId="cd93c8e2af305baa" providerId="LiveId" clId="{CCB28ADF-A6E4-4B48-8FFF-068611E847ED}" dt="2026-03-11T13:22:44.751" v="1321" actId="1037"/>
          <ac:cxnSpMkLst>
            <pc:docMk/>
            <pc:sldMk cId="3134809434" sldId="259"/>
            <ac:cxnSpMk id="22" creationId="{D3984585-2D09-5161-0DF1-8D526DF818E1}"/>
          </ac:cxnSpMkLst>
        </pc:cxnChg>
        <pc:cxnChg chg="add mod">
          <ac:chgData name="Nayara Rocha" userId="cd93c8e2af305baa" providerId="LiveId" clId="{CCB28ADF-A6E4-4B48-8FFF-068611E847ED}" dt="2026-03-11T13:22:52.791" v="1358" actId="1037"/>
          <ac:cxnSpMkLst>
            <pc:docMk/>
            <pc:sldMk cId="3134809434" sldId="259"/>
            <ac:cxnSpMk id="23" creationId="{8963A14C-71DF-268C-006E-23EFB01E8EAB}"/>
          </ac:cxnSpMkLst>
        </pc:cxnChg>
      </pc:sldChg>
      <pc:sldChg chg="add del">
        <pc:chgData name="Nayara Rocha" userId="cd93c8e2af305baa" providerId="LiveId" clId="{CCB28ADF-A6E4-4B48-8FFF-068611E847ED}" dt="2026-03-16T17:39:21.685" v="1401" actId="47"/>
        <pc:sldMkLst>
          <pc:docMk/>
          <pc:sldMk cId="3238901496" sldId="260"/>
        </pc:sldMkLst>
      </pc:sldChg>
      <pc:sldChg chg="delSp modSp add del mod">
        <pc:chgData name="Nayara Rocha" userId="cd93c8e2af305baa" providerId="LiveId" clId="{CCB28ADF-A6E4-4B48-8FFF-068611E847ED}" dt="2026-03-16T17:39:21.685" v="1401" actId="47"/>
        <pc:sldMkLst>
          <pc:docMk/>
          <pc:sldMk cId="625477972" sldId="261"/>
        </pc:sldMkLst>
      </pc:sldChg>
      <pc:sldChg chg="addSp delSp modSp add mod">
        <pc:chgData name="Nayara Rocha" userId="cd93c8e2af305baa" providerId="LiveId" clId="{CCB28ADF-A6E4-4B48-8FFF-068611E847ED}" dt="2026-03-12T11:45:36.775" v="1389"/>
        <pc:sldMkLst>
          <pc:docMk/>
          <pc:sldMk cId="533297504" sldId="262"/>
        </pc:sldMkLst>
        <pc:spChg chg="add mod">
          <ac:chgData name="Nayara Rocha" userId="cd93c8e2af305baa" providerId="LiveId" clId="{CCB28ADF-A6E4-4B48-8FFF-068611E847ED}" dt="2026-03-12T11:45:36.775" v="1389"/>
          <ac:spMkLst>
            <pc:docMk/>
            <pc:sldMk cId="533297504" sldId="262"/>
            <ac:spMk id="2" creationId="{CCD36418-586C-99AE-250E-0A1939720B15}"/>
          </ac:spMkLst>
        </pc:spChg>
        <pc:spChg chg="add mod">
          <ac:chgData name="Nayara Rocha" userId="cd93c8e2af305baa" providerId="LiveId" clId="{CCB28ADF-A6E4-4B48-8FFF-068611E847ED}" dt="2026-03-10T11:07:52.114" v="937" actId="14100"/>
          <ac:spMkLst>
            <pc:docMk/>
            <pc:sldMk cId="533297504" sldId="262"/>
            <ac:spMk id="5" creationId="{4320C8EC-2DBB-EF21-7C15-72384881F07F}"/>
          </ac:spMkLst>
        </pc:spChg>
        <pc:spChg chg="mod">
          <ac:chgData name="Nayara Rocha" userId="cd93c8e2af305baa" providerId="LiveId" clId="{CCB28ADF-A6E4-4B48-8FFF-068611E847ED}" dt="2026-03-09T18:15:08.462" v="316" actId="1076"/>
          <ac:spMkLst>
            <pc:docMk/>
            <pc:sldMk cId="533297504" sldId="262"/>
            <ac:spMk id="6" creationId="{7032A9D6-6472-047C-59AD-026D52BAA2BA}"/>
          </ac:spMkLst>
        </pc:spChg>
        <pc:spChg chg="add mod">
          <ac:chgData name="Nayara Rocha" userId="cd93c8e2af305baa" providerId="LiveId" clId="{CCB28ADF-A6E4-4B48-8FFF-068611E847ED}" dt="2026-03-10T17:30:50.229" v="1096" actId="1076"/>
          <ac:spMkLst>
            <pc:docMk/>
            <pc:sldMk cId="533297504" sldId="262"/>
            <ac:spMk id="7" creationId="{6AB88B62-B0BA-6995-130F-55667D26CFE4}"/>
          </ac:spMkLst>
        </pc:spChg>
        <pc:spChg chg="ord">
          <ac:chgData name="Nayara Rocha" userId="cd93c8e2af305baa" providerId="LiveId" clId="{CCB28ADF-A6E4-4B48-8FFF-068611E847ED}" dt="2026-03-10T17:28:05.228" v="1072" actId="167"/>
          <ac:spMkLst>
            <pc:docMk/>
            <pc:sldMk cId="533297504" sldId="262"/>
            <ac:spMk id="8" creationId="{D3224CD5-8785-2B6D-9823-1CCB3E3FCF3D}"/>
          </ac:spMkLst>
        </pc:spChg>
        <pc:spChg chg="mod">
          <ac:chgData name="Nayara Rocha" userId="cd93c8e2af305baa" providerId="LiveId" clId="{CCB28ADF-A6E4-4B48-8FFF-068611E847ED}" dt="2026-03-09T18:16:44.796" v="323" actId="208"/>
          <ac:spMkLst>
            <pc:docMk/>
            <pc:sldMk cId="533297504" sldId="262"/>
            <ac:spMk id="10" creationId="{DCD2777D-B1D7-B862-6F7C-B27F1D027FC0}"/>
          </ac:spMkLst>
        </pc:spChg>
        <pc:spChg chg="mod">
          <ac:chgData name="Nayara Rocha" userId="cd93c8e2af305baa" providerId="LiveId" clId="{CCB28ADF-A6E4-4B48-8FFF-068611E847ED}" dt="2026-03-09T18:16:53.082" v="325" actId="2085"/>
          <ac:spMkLst>
            <pc:docMk/>
            <pc:sldMk cId="533297504" sldId="262"/>
            <ac:spMk id="11" creationId="{A3348D50-CFA1-7B68-9ECD-B45D68C746BF}"/>
          </ac:spMkLst>
        </pc:spChg>
        <pc:spChg chg="mod">
          <ac:chgData name="Nayara Rocha" userId="cd93c8e2af305baa" providerId="LiveId" clId="{CCB28ADF-A6E4-4B48-8FFF-068611E847ED}" dt="2026-03-09T18:16:09.277" v="320" actId="207"/>
          <ac:spMkLst>
            <pc:docMk/>
            <pc:sldMk cId="533297504" sldId="262"/>
            <ac:spMk id="12" creationId="{920C86E1-1C78-FD0C-1F40-BDFD6AE98946}"/>
          </ac:spMkLst>
        </pc:spChg>
        <pc:spChg chg="mod">
          <ac:chgData name="Nayara Rocha" userId="cd93c8e2af305baa" providerId="LiveId" clId="{CCB28ADF-A6E4-4B48-8FFF-068611E847ED}" dt="2026-03-09T18:20:55.457" v="351" actId="207"/>
          <ac:spMkLst>
            <pc:docMk/>
            <pc:sldMk cId="533297504" sldId="262"/>
            <ac:spMk id="13" creationId="{A292806B-82C0-8116-F791-C335166EE399}"/>
          </ac:spMkLst>
        </pc:spChg>
        <pc:spChg chg="add mod">
          <ac:chgData name="Nayara Rocha" userId="cd93c8e2af305baa" providerId="LiveId" clId="{CCB28ADF-A6E4-4B48-8FFF-068611E847ED}" dt="2026-03-12T11:45:36.775" v="1389"/>
          <ac:spMkLst>
            <pc:docMk/>
            <pc:sldMk cId="533297504" sldId="262"/>
            <ac:spMk id="16" creationId="{958A821C-325F-D38C-05F4-73117FE6EC29}"/>
          </ac:spMkLst>
        </pc:spChg>
        <pc:spChg chg="add mod">
          <ac:chgData name="Nayara Rocha" userId="cd93c8e2af305baa" providerId="LiveId" clId="{CCB28ADF-A6E4-4B48-8FFF-068611E847ED}" dt="2026-03-12T11:45:36.775" v="1389"/>
          <ac:spMkLst>
            <pc:docMk/>
            <pc:sldMk cId="533297504" sldId="262"/>
            <ac:spMk id="17" creationId="{3F9D0F5D-3AD4-D1B8-B5BE-872280134F61}"/>
          </ac:spMkLst>
        </pc:spChg>
        <pc:spChg chg="add mod">
          <ac:chgData name="Nayara Rocha" userId="cd93c8e2af305baa" providerId="LiveId" clId="{CCB28ADF-A6E4-4B48-8FFF-068611E847ED}" dt="2026-03-12T11:45:36.775" v="1389"/>
          <ac:spMkLst>
            <pc:docMk/>
            <pc:sldMk cId="533297504" sldId="262"/>
            <ac:spMk id="18" creationId="{E8440FEB-8E3A-6F10-BEEF-60EF4D7F3117}"/>
          </ac:spMkLst>
        </pc:spChg>
        <pc:spChg chg="add mod">
          <ac:chgData name="Nayara Rocha" userId="cd93c8e2af305baa" providerId="LiveId" clId="{CCB28ADF-A6E4-4B48-8FFF-068611E847ED}" dt="2026-03-12T11:45:36.775" v="1389"/>
          <ac:spMkLst>
            <pc:docMk/>
            <pc:sldMk cId="533297504" sldId="262"/>
            <ac:spMk id="25" creationId="{8901B787-6DC0-EDBE-BCB7-46C10CADD2EB}"/>
          </ac:spMkLst>
        </pc:spChg>
        <pc:spChg chg="add mod">
          <ac:chgData name="Nayara Rocha" userId="cd93c8e2af305baa" providerId="LiveId" clId="{CCB28ADF-A6E4-4B48-8FFF-068611E847ED}" dt="2026-03-10T17:26:04.423" v="1064"/>
          <ac:spMkLst>
            <pc:docMk/>
            <pc:sldMk cId="533297504" sldId="262"/>
            <ac:spMk id="33" creationId="{C487E895-ECDA-3A70-B7E0-7C5B8ED730E4}"/>
          </ac:spMkLst>
        </pc:spChg>
        <pc:spChg chg="add mod">
          <ac:chgData name="Nayara Rocha" userId="cd93c8e2af305baa" providerId="LiveId" clId="{CCB28ADF-A6E4-4B48-8FFF-068611E847ED}" dt="2026-03-10T17:27:02.655" v="1067" actId="164"/>
          <ac:spMkLst>
            <pc:docMk/>
            <pc:sldMk cId="533297504" sldId="262"/>
            <ac:spMk id="34" creationId="{D97F20FF-8A87-ACD5-E862-B39E6CD7D042}"/>
          </ac:spMkLst>
        </pc:spChg>
        <pc:grpChg chg="mod">
          <ac:chgData name="Nayara Rocha" userId="cd93c8e2af305baa" providerId="LiveId" clId="{CCB28ADF-A6E4-4B48-8FFF-068611E847ED}" dt="2026-03-10T17:27:02.655" v="1067" actId="164"/>
          <ac:grpSpMkLst>
            <pc:docMk/>
            <pc:sldMk cId="533297504" sldId="262"/>
            <ac:grpSpMk id="21" creationId="{2558B992-A65F-F5C7-24DE-26A5FF15A469}"/>
          </ac:grpSpMkLst>
        </pc:grpChg>
        <pc:grpChg chg="add mod">
          <ac:chgData name="Nayara Rocha" userId="cd93c8e2af305baa" providerId="LiveId" clId="{CCB28ADF-A6E4-4B48-8FFF-068611E847ED}" dt="2026-03-10T17:27:02.655" v="1067" actId="164"/>
          <ac:grpSpMkLst>
            <pc:docMk/>
            <pc:sldMk cId="533297504" sldId="262"/>
            <ac:grpSpMk id="35" creationId="{328ACB08-683C-CD46-BFB4-2A6AE33C8A3F}"/>
          </ac:grpSpMkLst>
        </pc:grpChg>
        <pc:picChg chg="add mod">
          <ac:chgData name="Nayara Rocha" userId="cd93c8e2af305baa" providerId="LiveId" clId="{CCB28ADF-A6E4-4B48-8FFF-068611E847ED}" dt="2026-03-09T19:01:55.043" v="365"/>
          <ac:picMkLst>
            <pc:docMk/>
            <pc:sldMk cId="533297504" sldId="262"/>
            <ac:picMk id="4" creationId="{CD360C09-EDDC-7605-368D-EFD0303FACEC}"/>
          </ac:picMkLst>
        </pc:picChg>
        <pc:cxnChg chg="add mod">
          <ac:chgData name="Nayara Rocha" userId="cd93c8e2af305baa" providerId="LiveId" clId="{CCB28ADF-A6E4-4B48-8FFF-068611E847ED}" dt="2026-03-12T11:45:36.775" v="1389"/>
          <ac:cxnSpMkLst>
            <pc:docMk/>
            <pc:sldMk cId="533297504" sldId="262"/>
            <ac:cxnSpMk id="19" creationId="{8626E851-AB2A-875A-4F06-26988442A749}"/>
          </ac:cxnSpMkLst>
        </pc:cxnChg>
        <pc:cxnChg chg="add mod">
          <ac:chgData name="Nayara Rocha" userId="cd93c8e2af305baa" providerId="LiveId" clId="{CCB28ADF-A6E4-4B48-8FFF-068611E847ED}" dt="2026-03-12T11:45:36.775" v="1389"/>
          <ac:cxnSpMkLst>
            <pc:docMk/>
            <pc:sldMk cId="533297504" sldId="262"/>
            <ac:cxnSpMk id="20" creationId="{039E829E-032F-0658-D81C-7CFEE0430CE7}"/>
          </ac:cxnSpMkLst>
        </pc:cxnChg>
        <pc:cxnChg chg="add mod">
          <ac:chgData name="Nayara Rocha" userId="cd93c8e2af305baa" providerId="LiveId" clId="{CCB28ADF-A6E4-4B48-8FFF-068611E847ED}" dt="2026-03-12T11:45:36.775" v="1389"/>
          <ac:cxnSpMkLst>
            <pc:docMk/>
            <pc:sldMk cId="533297504" sldId="262"/>
            <ac:cxnSpMk id="22" creationId="{9235068A-EB68-D47E-0C4D-3C064F9C0524}"/>
          </ac:cxnSpMkLst>
        </pc:cxnChg>
        <pc:cxnChg chg="add mod">
          <ac:chgData name="Nayara Rocha" userId="cd93c8e2af305baa" providerId="LiveId" clId="{CCB28ADF-A6E4-4B48-8FFF-068611E847ED}" dt="2026-03-12T11:45:36.775" v="1389"/>
          <ac:cxnSpMkLst>
            <pc:docMk/>
            <pc:sldMk cId="533297504" sldId="262"/>
            <ac:cxnSpMk id="23" creationId="{91A5FEBE-129C-EE13-CE76-07A81D2DCF24}"/>
          </ac:cxnSpMkLst>
        </pc:cxnChg>
        <pc:cxnChg chg="add mod">
          <ac:chgData name="Nayara Rocha" userId="cd93c8e2af305baa" providerId="LiveId" clId="{CCB28ADF-A6E4-4B48-8FFF-068611E847ED}" dt="2026-03-12T11:45:36.775" v="1389"/>
          <ac:cxnSpMkLst>
            <pc:docMk/>
            <pc:sldMk cId="533297504" sldId="262"/>
            <ac:cxnSpMk id="24" creationId="{B78FA18F-9C01-430B-EBF6-B18F6822C714}"/>
          </ac:cxnSpMkLst>
        </pc:cxnChg>
      </pc:sldChg>
      <pc:sldChg chg="addSp delSp modSp add mod">
        <pc:chgData name="Nayara Rocha" userId="cd93c8e2af305baa" providerId="LiveId" clId="{CCB28ADF-A6E4-4B48-8FFF-068611E847ED}" dt="2026-03-12T11:45:51.574" v="1391"/>
        <pc:sldMkLst>
          <pc:docMk/>
          <pc:sldMk cId="471229065" sldId="263"/>
        </pc:sldMkLst>
        <pc:spChg chg="add mod">
          <ac:chgData name="Nayara Rocha" userId="cd93c8e2af305baa" providerId="LiveId" clId="{CCB28ADF-A6E4-4B48-8FFF-068611E847ED}" dt="2026-03-12T11:45:51.574" v="1391"/>
          <ac:spMkLst>
            <pc:docMk/>
            <pc:sldMk cId="471229065" sldId="263"/>
            <ac:spMk id="2" creationId="{E04AAF6A-5C68-5D6D-A147-8BC47EA545C1}"/>
          </ac:spMkLst>
        </pc:spChg>
        <pc:spChg chg="add mod">
          <ac:chgData name="Nayara Rocha" userId="cd93c8e2af305baa" providerId="LiveId" clId="{CCB28ADF-A6E4-4B48-8FFF-068611E847ED}" dt="2026-03-09T19:07:46.559" v="384"/>
          <ac:spMkLst>
            <pc:docMk/>
            <pc:sldMk cId="471229065" sldId="263"/>
            <ac:spMk id="5" creationId="{72AF4B17-AF5B-FC35-50F3-A20241243D59}"/>
          </ac:spMkLst>
        </pc:spChg>
        <pc:spChg chg="add mod">
          <ac:chgData name="Nayara Rocha" userId="cd93c8e2af305baa" providerId="LiveId" clId="{CCB28ADF-A6E4-4B48-8FFF-068611E847ED}" dt="2026-03-10T11:32:50.221" v="939"/>
          <ac:spMkLst>
            <pc:docMk/>
            <pc:sldMk cId="471229065" sldId="263"/>
            <ac:spMk id="7" creationId="{FC84A6BE-CEC2-AD8B-CAF0-82D83B3F8ED5}"/>
          </ac:spMkLst>
        </pc:spChg>
        <pc:spChg chg="ord">
          <ac:chgData name="Nayara Rocha" userId="cd93c8e2af305baa" providerId="LiveId" clId="{CCB28ADF-A6E4-4B48-8FFF-068611E847ED}" dt="2026-03-10T17:28:11.799" v="1075" actId="167"/>
          <ac:spMkLst>
            <pc:docMk/>
            <pc:sldMk cId="471229065" sldId="263"/>
            <ac:spMk id="8" creationId="{98C12377-24E0-2A87-F510-C09145D29890}"/>
          </ac:spMkLst>
        </pc:spChg>
        <pc:spChg chg="mod">
          <ac:chgData name="Nayara Rocha" userId="cd93c8e2af305baa" providerId="LiveId" clId="{CCB28ADF-A6E4-4B48-8FFF-068611E847ED}" dt="2026-03-09T18:18:59.314" v="335" actId="208"/>
          <ac:spMkLst>
            <pc:docMk/>
            <pc:sldMk cId="471229065" sldId="263"/>
            <ac:spMk id="9" creationId="{32CB589F-DC68-8A43-3F27-56186891A7D2}"/>
          </ac:spMkLst>
        </pc:spChg>
        <pc:spChg chg="mod">
          <ac:chgData name="Nayara Rocha" userId="cd93c8e2af305baa" providerId="LiveId" clId="{CCB28ADF-A6E4-4B48-8FFF-068611E847ED}" dt="2026-03-09T18:19:11.013" v="337" actId="2085"/>
          <ac:spMkLst>
            <pc:docMk/>
            <pc:sldMk cId="471229065" sldId="263"/>
            <ac:spMk id="10" creationId="{27AA20FA-1208-ACE9-CD89-6F0C172053D4}"/>
          </ac:spMkLst>
        </pc:spChg>
        <pc:spChg chg="mod">
          <ac:chgData name="Nayara Rocha" userId="cd93c8e2af305baa" providerId="LiveId" clId="{CCB28ADF-A6E4-4B48-8FFF-068611E847ED}" dt="2026-03-09T18:19:21.152" v="338" actId="207"/>
          <ac:spMkLst>
            <pc:docMk/>
            <pc:sldMk cId="471229065" sldId="263"/>
            <ac:spMk id="13" creationId="{C94E6AA1-961D-6535-6633-D2BFA61182DB}"/>
          </ac:spMkLst>
        </pc:spChg>
        <pc:spChg chg="mod">
          <ac:chgData name="Nayara Rocha" userId="cd93c8e2af305baa" providerId="LiveId" clId="{CCB28ADF-A6E4-4B48-8FFF-068611E847ED}" dt="2026-03-09T18:21:00.065" v="352" actId="207"/>
          <ac:spMkLst>
            <pc:docMk/>
            <pc:sldMk cId="471229065" sldId="263"/>
            <ac:spMk id="14" creationId="{EC505DE0-BFDC-1AFE-4A47-06CB571928BF}"/>
          </ac:spMkLst>
        </pc:spChg>
        <pc:spChg chg="add mod">
          <ac:chgData name="Nayara Rocha" userId="cd93c8e2af305baa" providerId="LiveId" clId="{CCB28ADF-A6E4-4B48-8FFF-068611E847ED}" dt="2026-03-12T11:45:51.574" v="1391"/>
          <ac:spMkLst>
            <pc:docMk/>
            <pc:sldMk cId="471229065" sldId="263"/>
            <ac:spMk id="16" creationId="{B9D44D47-CFB6-2521-A4B5-3E487C15C780}"/>
          </ac:spMkLst>
        </pc:spChg>
        <pc:spChg chg="add mod">
          <ac:chgData name="Nayara Rocha" userId="cd93c8e2af305baa" providerId="LiveId" clId="{CCB28ADF-A6E4-4B48-8FFF-068611E847ED}" dt="2026-03-12T11:45:51.574" v="1391"/>
          <ac:spMkLst>
            <pc:docMk/>
            <pc:sldMk cId="471229065" sldId="263"/>
            <ac:spMk id="17" creationId="{2D97FF53-6BE0-DAA9-CEC5-481BDEBEDFDD}"/>
          </ac:spMkLst>
        </pc:spChg>
        <pc:spChg chg="add mod">
          <ac:chgData name="Nayara Rocha" userId="cd93c8e2af305baa" providerId="LiveId" clId="{CCB28ADF-A6E4-4B48-8FFF-068611E847ED}" dt="2026-03-12T11:45:51.574" v="1391"/>
          <ac:spMkLst>
            <pc:docMk/>
            <pc:sldMk cId="471229065" sldId="263"/>
            <ac:spMk id="18" creationId="{FC9D16BC-B0CB-C2B8-A604-7920BDD5B9FF}"/>
          </ac:spMkLst>
        </pc:spChg>
        <pc:spChg chg="add mod">
          <ac:chgData name="Nayara Rocha" userId="cd93c8e2af305baa" providerId="LiveId" clId="{CCB28ADF-A6E4-4B48-8FFF-068611E847ED}" dt="2026-03-12T11:45:51.574" v="1391"/>
          <ac:spMkLst>
            <pc:docMk/>
            <pc:sldMk cId="471229065" sldId="263"/>
            <ac:spMk id="25" creationId="{0D36DABD-E374-D959-CB4C-CDE432604901}"/>
          </ac:spMkLst>
        </pc:spChg>
        <pc:spChg chg="add mod">
          <ac:chgData name="Nayara Rocha" userId="cd93c8e2af305baa" providerId="LiveId" clId="{CCB28ADF-A6E4-4B48-8FFF-068611E847ED}" dt="2026-03-10T17:26:01.390" v="1063"/>
          <ac:spMkLst>
            <pc:docMk/>
            <pc:sldMk cId="471229065" sldId="263"/>
            <ac:spMk id="32" creationId="{99260B1F-C3B7-40BE-954A-576C44757A38}"/>
          </ac:spMkLst>
        </pc:spChg>
        <pc:spChg chg="add mod">
          <ac:chgData name="Nayara Rocha" userId="cd93c8e2af305baa" providerId="LiveId" clId="{CCB28ADF-A6E4-4B48-8FFF-068611E847ED}" dt="2026-03-10T17:27:12.086" v="1068" actId="164"/>
          <ac:spMkLst>
            <pc:docMk/>
            <pc:sldMk cId="471229065" sldId="263"/>
            <ac:spMk id="33" creationId="{9AF19347-CB84-1EEC-6916-B12082B4990E}"/>
          </ac:spMkLst>
        </pc:spChg>
        <pc:grpChg chg="mod">
          <ac:chgData name="Nayara Rocha" userId="cd93c8e2af305baa" providerId="LiveId" clId="{CCB28ADF-A6E4-4B48-8FFF-068611E847ED}" dt="2026-03-10T17:27:12.086" v="1068" actId="164"/>
          <ac:grpSpMkLst>
            <pc:docMk/>
            <pc:sldMk cId="471229065" sldId="263"/>
            <ac:grpSpMk id="21" creationId="{E19332B3-7CF6-6C04-F678-61E415A0A7C8}"/>
          </ac:grpSpMkLst>
        </pc:grpChg>
        <pc:grpChg chg="add mod">
          <ac:chgData name="Nayara Rocha" userId="cd93c8e2af305baa" providerId="LiveId" clId="{CCB28ADF-A6E4-4B48-8FFF-068611E847ED}" dt="2026-03-10T17:27:12.086" v="1068" actId="164"/>
          <ac:grpSpMkLst>
            <pc:docMk/>
            <pc:sldMk cId="471229065" sldId="263"/>
            <ac:grpSpMk id="34" creationId="{49EA5B2D-9812-63A2-B742-D8C005BA4EED}"/>
          </ac:grpSpMkLst>
        </pc:grpChg>
        <pc:picChg chg="add mod">
          <ac:chgData name="Nayara Rocha" userId="cd93c8e2af305baa" providerId="LiveId" clId="{CCB28ADF-A6E4-4B48-8FFF-068611E847ED}" dt="2026-03-09T19:01:58.538" v="366"/>
          <ac:picMkLst>
            <pc:docMk/>
            <pc:sldMk cId="471229065" sldId="263"/>
            <ac:picMk id="4" creationId="{291FE59F-B62E-2A2B-E9AA-BA147CA721E2}"/>
          </ac:picMkLst>
        </pc:picChg>
        <pc:cxnChg chg="add mod">
          <ac:chgData name="Nayara Rocha" userId="cd93c8e2af305baa" providerId="LiveId" clId="{CCB28ADF-A6E4-4B48-8FFF-068611E847ED}" dt="2026-03-12T11:45:51.574" v="1391"/>
          <ac:cxnSpMkLst>
            <pc:docMk/>
            <pc:sldMk cId="471229065" sldId="263"/>
            <ac:cxnSpMk id="19" creationId="{A63DD7FB-7187-8DAC-1214-EB13F0D64C76}"/>
          </ac:cxnSpMkLst>
        </pc:cxnChg>
        <pc:cxnChg chg="add mod">
          <ac:chgData name="Nayara Rocha" userId="cd93c8e2af305baa" providerId="LiveId" clId="{CCB28ADF-A6E4-4B48-8FFF-068611E847ED}" dt="2026-03-12T11:45:51.574" v="1391"/>
          <ac:cxnSpMkLst>
            <pc:docMk/>
            <pc:sldMk cId="471229065" sldId="263"/>
            <ac:cxnSpMk id="20" creationId="{6807F4F2-AE62-4C0F-904F-D8AF450E4EA5}"/>
          </ac:cxnSpMkLst>
        </pc:cxnChg>
        <pc:cxnChg chg="add mod">
          <ac:chgData name="Nayara Rocha" userId="cd93c8e2af305baa" providerId="LiveId" clId="{CCB28ADF-A6E4-4B48-8FFF-068611E847ED}" dt="2026-03-12T11:45:51.574" v="1391"/>
          <ac:cxnSpMkLst>
            <pc:docMk/>
            <pc:sldMk cId="471229065" sldId="263"/>
            <ac:cxnSpMk id="22" creationId="{B4215D09-346D-1096-31BF-A4D75CE3D407}"/>
          </ac:cxnSpMkLst>
        </pc:cxnChg>
        <pc:cxnChg chg="add mod">
          <ac:chgData name="Nayara Rocha" userId="cd93c8e2af305baa" providerId="LiveId" clId="{CCB28ADF-A6E4-4B48-8FFF-068611E847ED}" dt="2026-03-12T11:45:51.574" v="1391"/>
          <ac:cxnSpMkLst>
            <pc:docMk/>
            <pc:sldMk cId="471229065" sldId="263"/>
            <ac:cxnSpMk id="23" creationId="{26AFFFDD-2199-E5EA-FD6A-1D77E302BE0D}"/>
          </ac:cxnSpMkLst>
        </pc:cxnChg>
        <pc:cxnChg chg="add mod">
          <ac:chgData name="Nayara Rocha" userId="cd93c8e2af305baa" providerId="LiveId" clId="{CCB28ADF-A6E4-4B48-8FFF-068611E847ED}" dt="2026-03-12T11:45:51.574" v="1391"/>
          <ac:cxnSpMkLst>
            <pc:docMk/>
            <pc:sldMk cId="471229065" sldId="263"/>
            <ac:cxnSpMk id="24" creationId="{7FEFD1CC-1283-9EC1-8EA0-F840278018B9}"/>
          </ac:cxnSpMkLst>
        </pc:cxnChg>
      </pc:sldChg>
      <pc:sldChg chg="addSp delSp modSp add mod">
        <pc:chgData name="Nayara Rocha" userId="cd93c8e2af305baa" providerId="LiveId" clId="{CCB28ADF-A6E4-4B48-8FFF-068611E847ED}" dt="2026-03-12T11:45:59.392" v="1393"/>
        <pc:sldMkLst>
          <pc:docMk/>
          <pc:sldMk cId="2388635071" sldId="264"/>
        </pc:sldMkLst>
        <pc:spChg chg="add mod">
          <ac:chgData name="Nayara Rocha" userId="cd93c8e2af305baa" providerId="LiveId" clId="{CCB28ADF-A6E4-4B48-8FFF-068611E847ED}" dt="2026-03-12T11:45:59.392" v="1393"/>
          <ac:spMkLst>
            <pc:docMk/>
            <pc:sldMk cId="2388635071" sldId="264"/>
            <ac:spMk id="2" creationId="{736DA05F-ABEB-7C2F-61BA-8F2A03321B9D}"/>
          </ac:spMkLst>
        </pc:spChg>
        <pc:spChg chg="mod">
          <ac:chgData name="Nayara Rocha" userId="cd93c8e2af305baa" providerId="LiveId" clId="{CCB28ADF-A6E4-4B48-8FFF-068611E847ED}" dt="2026-03-09T18:20:02.154" v="344" actId="208"/>
          <ac:spMkLst>
            <pc:docMk/>
            <pc:sldMk cId="2388635071" sldId="264"/>
            <ac:spMk id="3" creationId="{55350BA5-C84D-B865-7645-39368402FB26}"/>
          </ac:spMkLst>
        </pc:spChg>
        <pc:spChg chg="add mod">
          <ac:chgData name="Nayara Rocha" userId="cd93c8e2af305baa" providerId="LiveId" clId="{CCB28ADF-A6E4-4B48-8FFF-068611E847ED}" dt="2026-03-09T19:08:26.183" v="387"/>
          <ac:spMkLst>
            <pc:docMk/>
            <pc:sldMk cId="2388635071" sldId="264"/>
            <ac:spMk id="5" creationId="{8C60B2B7-9575-D4EB-1C75-0A9DC0D06579}"/>
          </ac:spMkLst>
        </pc:spChg>
        <pc:spChg chg="add mod">
          <ac:chgData name="Nayara Rocha" userId="cd93c8e2af305baa" providerId="LiveId" clId="{CCB28ADF-A6E4-4B48-8FFF-068611E847ED}" dt="2026-03-10T11:41:45.366" v="940"/>
          <ac:spMkLst>
            <pc:docMk/>
            <pc:sldMk cId="2388635071" sldId="264"/>
            <ac:spMk id="7" creationId="{915CC175-ABF0-DC6D-B84D-7F1E59EB2596}"/>
          </ac:spMkLst>
        </pc:spChg>
        <pc:spChg chg="ord">
          <ac:chgData name="Nayara Rocha" userId="cd93c8e2af305baa" providerId="LiveId" clId="{CCB28ADF-A6E4-4B48-8FFF-068611E847ED}" dt="2026-03-10T17:28:14.448" v="1076" actId="167"/>
          <ac:spMkLst>
            <pc:docMk/>
            <pc:sldMk cId="2388635071" sldId="264"/>
            <ac:spMk id="8" creationId="{329ABC51-D799-5FDA-6B49-5A46377778FE}"/>
          </ac:spMkLst>
        </pc:spChg>
        <pc:spChg chg="mod">
          <ac:chgData name="Nayara Rocha" userId="cd93c8e2af305baa" providerId="LiveId" clId="{CCB28ADF-A6E4-4B48-8FFF-068611E847ED}" dt="2026-03-09T18:20:09.015" v="346" actId="2085"/>
          <ac:spMkLst>
            <pc:docMk/>
            <pc:sldMk cId="2388635071" sldId="264"/>
            <ac:spMk id="9" creationId="{9AC4B799-F320-05A0-F408-DC40EE9BAC61}"/>
          </ac:spMkLst>
        </pc:spChg>
        <pc:spChg chg="mod">
          <ac:chgData name="Nayara Rocha" userId="cd93c8e2af305baa" providerId="LiveId" clId="{CCB28ADF-A6E4-4B48-8FFF-068611E847ED}" dt="2026-03-09T18:40:27.887" v="354" actId="207"/>
          <ac:spMkLst>
            <pc:docMk/>
            <pc:sldMk cId="2388635071" sldId="264"/>
            <ac:spMk id="12" creationId="{20C1B637-5DF8-B253-A54E-5AB5EE68CB74}"/>
          </ac:spMkLst>
        </pc:spChg>
        <pc:spChg chg="mod">
          <ac:chgData name="Nayara Rocha" userId="cd93c8e2af305baa" providerId="LiveId" clId="{CCB28ADF-A6E4-4B48-8FFF-068611E847ED}" dt="2026-03-10T17:24:29.124" v="1023" actId="1035"/>
          <ac:spMkLst>
            <pc:docMk/>
            <pc:sldMk cId="2388635071" sldId="264"/>
            <ac:spMk id="14" creationId="{EFE4FBB6-7F21-EB7B-8030-606821A6A9BD}"/>
          </ac:spMkLst>
        </pc:spChg>
        <pc:spChg chg="mod">
          <ac:chgData name="Nayara Rocha" userId="cd93c8e2af305baa" providerId="LiveId" clId="{CCB28ADF-A6E4-4B48-8FFF-068611E847ED}" dt="2026-03-09T18:21:05.776" v="353" actId="207"/>
          <ac:spMkLst>
            <pc:docMk/>
            <pc:sldMk cId="2388635071" sldId="264"/>
            <ac:spMk id="15" creationId="{D095F291-1522-C176-E45A-2D8E0F169BF7}"/>
          </ac:spMkLst>
        </pc:spChg>
        <pc:spChg chg="add mod">
          <ac:chgData name="Nayara Rocha" userId="cd93c8e2af305baa" providerId="LiveId" clId="{CCB28ADF-A6E4-4B48-8FFF-068611E847ED}" dt="2026-03-12T11:45:59.392" v="1393"/>
          <ac:spMkLst>
            <pc:docMk/>
            <pc:sldMk cId="2388635071" sldId="264"/>
            <ac:spMk id="16" creationId="{0BC83716-C6FD-FBE0-B0D6-B00CB7DD3EFD}"/>
          </ac:spMkLst>
        </pc:spChg>
        <pc:spChg chg="add mod">
          <ac:chgData name="Nayara Rocha" userId="cd93c8e2af305baa" providerId="LiveId" clId="{CCB28ADF-A6E4-4B48-8FFF-068611E847ED}" dt="2026-03-12T11:45:59.392" v="1393"/>
          <ac:spMkLst>
            <pc:docMk/>
            <pc:sldMk cId="2388635071" sldId="264"/>
            <ac:spMk id="17" creationId="{89E7D35F-D90B-EBDC-B668-C2115A8D24A5}"/>
          </ac:spMkLst>
        </pc:spChg>
        <pc:spChg chg="add mod">
          <ac:chgData name="Nayara Rocha" userId="cd93c8e2af305baa" providerId="LiveId" clId="{CCB28ADF-A6E4-4B48-8FFF-068611E847ED}" dt="2026-03-12T11:45:59.392" v="1393"/>
          <ac:spMkLst>
            <pc:docMk/>
            <pc:sldMk cId="2388635071" sldId="264"/>
            <ac:spMk id="18" creationId="{A4C8FDAB-7766-5DF0-4965-E83B97A9ACE0}"/>
          </ac:spMkLst>
        </pc:spChg>
        <pc:spChg chg="add mod">
          <ac:chgData name="Nayara Rocha" userId="cd93c8e2af305baa" providerId="LiveId" clId="{CCB28ADF-A6E4-4B48-8FFF-068611E847ED}" dt="2026-03-12T11:45:59.392" v="1393"/>
          <ac:spMkLst>
            <pc:docMk/>
            <pc:sldMk cId="2388635071" sldId="264"/>
            <ac:spMk id="25" creationId="{B4081D4C-99F3-679A-34D4-F91ABF2609A0}"/>
          </ac:spMkLst>
        </pc:spChg>
        <pc:spChg chg="add mod">
          <ac:chgData name="Nayara Rocha" userId="cd93c8e2af305baa" providerId="LiveId" clId="{CCB28ADF-A6E4-4B48-8FFF-068611E847ED}" dt="2026-03-10T17:24:59.408" v="1036" actId="1035"/>
          <ac:spMkLst>
            <pc:docMk/>
            <pc:sldMk cId="2388635071" sldId="264"/>
            <ac:spMk id="33" creationId="{3B987EAB-15DA-0A19-E44B-0382A9BD1243}"/>
          </ac:spMkLst>
        </pc:spChg>
        <pc:spChg chg="add mod">
          <ac:chgData name="Nayara Rocha" userId="cd93c8e2af305baa" providerId="LiveId" clId="{CCB28ADF-A6E4-4B48-8FFF-068611E847ED}" dt="2026-03-10T17:27:19.919" v="1069" actId="164"/>
          <ac:spMkLst>
            <pc:docMk/>
            <pc:sldMk cId="2388635071" sldId="264"/>
            <ac:spMk id="34" creationId="{E576A199-14E1-A3BA-DC6A-687B4416B102}"/>
          </ac:spMkLst>
        </pc:spChg>
        <pc:grpChg chg="mod">
          <ac:chgData name="Nayara Rocha" userId="cd93c8e2af305baa" providerId="LiveId" clId="{CCB28ADF-A6E4-4B48-8FFF-068611E847ED}" dt="2026-03-10T17:27:19.919" v="1069" actId="164"/>
          <ac:grpSpMkLst>
            <pc:docMk/>
            <pc:sldMk cId="2388635071" sldId="264"/>
            <ac:grpSpMk id="21" creationId="{EA9C201F-32D6-3085-1081-53CCE6E109BB}"/>
          </ac:grpSpMkLst>
        </pc:grpChg>
        <pc:grpChg chg="add mod">
          <ac:chgData name="Nayara Rocha" userId="cd93c8e2af305baa" providerId="LiveId" clId="{CCB28ADF-A6E4-4B48-8FFF-068611E847ED}" dt="2026-03-10T17:27:19.919" v="1069" actId="164"/>
          <ac:grpSpMkLst>
            <pc:docMk/>
            <pc:sldMk cId="2388635071" sldId="264"/>
            <ac:grpSpMk id="35" creationId="{3556E8A8-F3CA-E39F-EB44-5FAA62D2ABC2}"/>
          </ac:grpSpMkLst>
        </pc:grpChg>
        <pc:picChg chg="add mod">
          <ac:chgData name="Nayara Rocha" userId="cd93c8e2af305baa" providerId="LiveId" clId="{CCB28ADF-A6E4-4B48-8FFF-068611E847ED}" dt="2026-03-09T19:02:00.513" v="367"/>
          <ac:picMkLst>
            <pc:docMk/>
            <pc:sldMk cId="2388635071" sldId="264"/>
            <ac:picMk id="4" creationId="{A0200B0C-F6DE-2F25-1356-A891F699087E}"/>
          </ac:picMkLst>
        </pc:picChg>
        <pc:cxnChg chg="add mod">
          <ac:chgData name="Nayara Rocha" userId="cd93c8e2af305baa" providerId="LiveId" clId="{CCB28ADF-A6E4-4B48-8FFF-068611E847ED}" dt="2026-03-12T11:45:59.392" v="1393"/>
          <ac:cxnSpMkLst>
            <pc:docMk/>
            <pc:sldMk cId="2388635071" sldId="264"/>
            <ac:cxnSpMk id="19" creationId="{856A60CE-6071-FD61-ED59-428C34ADBD1F}"/>
          </ac:cxnSpMkLst>
        </pc:cxnChg>
        <pc:cxnChg chg="add mod">
          <ac:chgData name="Nayara Rocha" userId="cd93c8e2af305baa" providerId="LiveId" clId="{CCB28ADF-A6E4-4B48-8FFF-068611E847ED}" dt="2026-03-12T11:45:59.392" v="1393"/>
          <ac:cxnSpMkLst>
            <pc:docMk/>
            <pc:sldMk cId="2388635071" sldId="264"/>
            <ac:cxnSpMk id="20" creationId="{2B4EB3E1-75DB-84EA-5C60-C5FCF1130230}"/>
          </ac:cxnSpMkLst>
        </pc:cxnChg>
        <pc:cxnChg chg="add mod">
          <ac:chgData name="Nayara Rocha" userId="cd93c8e2af305baa" providerId="LiveId" clId="{CCB28ADF-A6E4-4B48-8FFF-068611E847ED}" dt="2026-03-12T11:45:59.392" v="1393"/>
          <ac:cxnSpMkLst>
            <pc:docMk/>
            <pc:sldMk cId="2388635071" sldId="264"/>
            <ac:cxnSpMk id="22" creationId="{3161F4E6-7BC8-A7F0-3675-FFAF88EEB554}"/>
          </ac:cxnSpMkLst>
        </pc:cxnChg>
        <pc:cxnChg chg="add mod">
          <ac:chgData name="Nayara Rocha" userId="cd93c8e2af305baa" providerId="LiveId" clId="{CCB28ADF-A6E4-4B48-8FFF-068611E847ED}" dt="2026-03-12T11:45:59.392" v="1393"/>
          <ac:cxnSpMkLst>
            <pc:docMk/>
            <pc:sldMk cId="2388635071" sldId="264"/>
            <ac:cxnSpMk id="23" creationId="{1B74B627-C834-8FD9-82A0-909FC781BE35}"/>
          </ac:cxnSpMkLst>
        </pc:cxnChg>
        <pc:cxnChg chg="add mod">
          <ac:chgData name="Nayara Rocha" userId="cd93c8e2af305baa" providerId="LiveId" clId="{CCB28ADF-A6E4-4B48-8FFF-068611E847ED}" dt="2026-03-12T11:45:59.392" v="1393"/>
          <ac:cxnSpMkLst>
            <pc:docMk/>
            <pc:sldMk cId="2388635071" sldId="264"/>
            <ac:cxnSpMk id="24" creationId="{B7C7DC8E-FEE8-88AB-6A9A-D9CA91B07BD5}"/>
          </ac:cxnSpMkLst>
        </pc:cxnChg>
      </pc:sldChg>
      <pc:sldChg chg="addSp new del mod">
        <pc:chgData name="Nayara Rocha" userId="cd93c8e2af305baa" providerId="LiveId" clId="{CCB28ADF-A6E4-4B48-8FFF-068611E847ED}" dt="2026-03-16T17:39:21.685" v="1401" actId="47"/>
        <pc:sldMkLst>
          <pc:docMk/>
          <pc:sldMk cId="3729641487" sldId="265"/>
        </pc:sldMkLst>
      </pc:sldChg>
      <pc:sldChg chg="addSp delSp modSp add mod">
        <pc:chgData name="Nayara Rocha" userId="cd93c8e2af305baa" providerId="LiveId" clId="{CCB28ADF-A6E4-4B48-8FFF-068611E847ED}" dt="2026-03-12T11:46:31.328" v="1399"/>
        <pc:sldMkLst>
          <pc:docMk/>
          <pc:sldMk cId="2658001555" sldId="266"/>
        </pc:sldMkLst>
        <pc:spChg chg="add mod">
          <ac:chgData name="Nayara Rocha" userId="cd93c8e2af305baa" providerId="LiveId" clId="{CCB28ADF-A6E4-4B48-8FFF-068611E847ED}" dt="2026-03-10T17:20:40.279" v="953" actId="1076"/>
          <ac:spMkLst>
            <pc:docMk/>
            <pc:sldMk cId="2658001555" sldId="266"/>
            <ac:spMk id="2" creationId="{004EB89A-4BA0-8FA2-F2D6-A1D3AB6C2898}"/>
          </ac:spMkLst>
        </pc:spChg>
        <pc:spChg chg="mod">
          <ac:chgData name="Nayara Rocha" userId="cd93c8e2af305baa" providerId="LiveId" clId="{CCB28ADF-A6E4-4B48-8FFF-068611E847ED}" dt="2026-03-10T17:23:07.943" v="1011" actId="207"/>
          <ac:spMkLst>
            <pc:docMk/>
            <pc:sldMk cId="2658001555" sldId="266"/>
            <ac:spMk id="3" creationId="{FFE33FFB-CA2D-FE9F-5ABA-8C5FE5592711}"/>
          </ac:spMkLst>
        </pc:spChg>
        <pc:spChg chg="mod">
          <ac:chgData name="Nayara Rocha" userId="cd93c8e2af305baa" providerId="LiveId" clId="{CCB28ADF-A6E4-4B48-8FFF-068611E847ED}" dt="2026-03-10T16:44:39.557" v="949" actId="2711"/>
          <ac:spMkLst>
            <pc:docMk/>
            <pc:sldMk cId="2658001555" sldId="266"/>
            <ac:spMk id="7" creationId="{086D6A2F-216D-D95A-FAB3-686F71580F83}"/>
          </ac:spMkLst>
        </pc:spChg>
        <pc:spChg chg="mod ord">
          <ac:chgData name="Nayara Rocha" userId="cd93c8e2af305baa" providerId="LiveId" clId="{CCB28ADF-A6E4-4B48-8FFF-068611E847ED}" dt="2026-03-10T17:29:12.738" v="1081" actId="167"/>
          <ac:spMkLst>
            <pc:docMk/>
            <pc:sldMk cId="2658001555" sldId="266"/>
            <ac:spMk id="8" creationId="{277EB30A-7850-3CF4-C49A-384438D2A3AA}"/>
          </ac:spMkLst>
        </pc:spChg>
        <pc:spChg chg="mod">
          <ac:chgData name="Nayara Rocha" userId="cd93c8e2af305baa" providerId="LiveId" clId="{CCB28ADF-A6E4-4B48-8FFF-068611E847ED}" dt="2026-03-10T17:22:42.043" v="998" actId="207"/>
          <ac:spMkLst>
            <pc:docMk/>
            <pc:sldMk cId="2658001555" sldId="266"/>
            <ac:spMk id="15" creationId="{3E7712C4-3FFF-63A4-9C12-7F3D6E5B966B}"/>
          </ac:spMkLst>
        </pc:spChg>
        <pc:spChg chg="add mod">
          <ac:chgData name="Nayara Rocha" userId="cd93c8e2af305baa" providerId="LiveId" clId="{CCB28ADF-A6E4-4B48-8FFF-068611E847ED}" dt="2026-03-10T17:26:49.952" v="1066" actId="164"/>
          <ac:spMkLst>
            <pc:docMk/>
            <pc:sldMk cId="2658001555" sldId="266"/>
            <ac:spMk id="16" creationId="{6E8EA048-0646-6CF4-7BD0-898AB7C687D7}"/>
          </ac:spMkLst>
        </pc:spChg>
        <pc:spChg chg="add mod">
          <ac:chgData name="Nayara Rocha" userId="cd93c8e2af305baa" providerId="LiveId" clId="{CCB28ADF-A6E4-4B48-8FFF-068611E847ED}" dt="2026-03-12T11:46:31.328" v="1399"/>
          <ac:spMkLst>
            <pc:docMk/>
            <pc:sldMk cId="2658001555" sldId="266"/>
            <ac:spMk id="24" creationId="{0F01DB48-8920-60F6-0583-0C7DC537939D}"/>
          </ac:spMkLst>
        </pc:spChg>
        <pc:spChg chg="add mod">
          <ac:chgData name="Nayara Rocha" userId="cd93c8e2af305baa" providerId="LiveId" clId="{CCB28ADF-A6E4-4B48-8FFF-068611E847ED}" dt="2026-03-12T11:46:31.328" v="1399"/>
          <ac:spMkLst>
            <pc:docMk/>
            <pc:sldMk cId="2658001555" sldId="266"/>
            <ac:spMk id="25" creationId="{5CC8B8DD-1949-D568-CF27-AD520C198EAF}"/>
          </ac:spMkLst>
        </pc:spChg>
        <pc:spChg chg="add mod">
          <ac:chgData name="Nayara Rocha" userId="cd93c8e2af305baa" providerId="LiveId" clId="{CCB28ADF-A6E4-4B48-8FFF-068611E847ED}" dt="2026-03-12T11:46:31.328" v="1399"/>
          <ac:spMkLst>
            <pc:docMk/>
            <pc:sldMk cId="2658001555" sldId="266"/>
            <ac:spMk id="26" creationId="{4FBC65FD-14B1-6A85-5E35-0FB79A19A93A}"/>
          </ac:spMkLst>
        </pc:spChg>
        <pc:spChg chg="add mod">
          <ac:chgData name="Nayara Rocha" userId="cd93c8e2af305baa" providerId="LiveId" clId="{CCB28ADF-A6E4-4B48-8FFF-068611E847ED}" dt="2026-03-12T11:46:31.328" v="1399"/>
          <ac:spMkLst>
            <pc:docMk/>
            <pc:sldMk cId="2658001555" sldId="266"/>
            <ac:spMk id="27" creationId="{47A3785F-034D-C164-FB4A-27D83FAD1C04}"/>
          </ac:spMkLst>
        </pc:spChg>
        <pc:spChg chg="add mod">
          <ac:chgData name="Nayara Rocha" userId="cd93c8e2af305baa" providerId="LiveId" clId="{CCB28ADF-A6E4-4B48-8FFF-068611E847ED}" dt="2026-03-12T11:46:31.328" v="1399"/>
          <ac:spMkLst>
            <pc:docMk/>
            <pc:sldMk cId="2658001555" sldId="266"/>
            <ac:spMk id="36" creationId="{7060A8FA-176E-DB9D-69F4-C6F5CC8C42BD}"/>
          </ac:spMkLst>
        </pc:spChg>
        <pc:grpChg chg="add mod">
          <ac:chgData name="Nayara Rocha" userId="cd93c8e2af305baa" providerId="LiveId" clId="{CCB28ADF-A6E4-4B48-8FFF-068611E847ED}" dt="2026-03-10T17:26:49.952" v="1066" actId="164"/>
          <ac:grpSpMkLst>
            <pc:docMk/>
            <pc:sldMk cId="2658001555" sldId="266"/>
            <ac:grpSpMk id="17" creationId="{C4449869-84D7-D3A1-762F-AB193BC15B57}"/>
          </ac:grpSpMkLst>
        </pc:grpChg>
        <pc:grpChg chg="mod">
          <ac:chgData name="Nayara Rocha" userId="cd93c8e2af305baa" providerId="LiveId" clId="{CCB28ADF-A6E4-4B48-8FFF-068611E847ED}" dt="2026-03-10T17:26:49.952" v="1066" actId="164"/>
          <ac:grpSpMkLst>
            <pc:docMk/>
            <pc:sldMk cId="2658001555" sldId="266"/>
            <ac:grpSpMk id="21" creationId="{BE28B88A-6A0E-21D6-1488-CDD5E77F163F}"/>
          </ac:grpSpMkLst>
        </pc:grpChg>
        <pc:cxnChg chg="add mod">
          <ac:chgData name="Nayara Rocha" userId="cd93c8e2af305baa" providerId="LiveId" clId="{CCB28ADF-A6E4-4B48-8FFF-068611E847ED}" dt="2026-03-12T11:46:31.328" v="1399"/>
          <ac:cxnSpMkLst>
            <pc:docMk/>
            <pc:sldMk cId="2658001555" sldId="266"/>
            <ac:cxnSpMk id="28" creationId="{033C4D23-1FA9-7D4C-4D9F-AAAF63A5F1BF}"/>
          </ac:cxnSpMkLst>
        </pc:cxnChg>
        <pc:cxnChg chg="add mod">
          <ac:chgData name="Nayara Rocha" userId="cd93c8e2af305baa" providerId="LiveId" clId="{CCB28ADF-A6E4-4B48-8FFF-068611E847ED}" dt="2026-03-12T11:46:31.328" v="1399"/>
          <ac:cxnSpMkLst>
            <pc:docMk/>
            <pc:sldMk cId="2658001555" sldId="266"/>
            <ac:cxnSpMk id="29" creationId="{9A28B1E1-C48D-8861-0604-D0FB840D7BE4}"/>
          </ac:cxnSpMkLst>
        </pc:cxnChg>
        <pc:cxnChg chg="add mod">
          <ac:chgData name="Nayara Rocha" userId="cd93c8e2af305baa" providerId="LiveId" clId="{CCB28ADF-A6E4-4B48-8FFF-068611E847ED}" dt="2026-03-12T11:46:31.328" v="1399"/>
          <ac:cxnSpMkLst>
            <pc:docMk/>
            <pc:sldMk cId="2658001555" sldId="266"/>
            <ac:cxnSpMk id="30" creationId="{4578A0DC-A87D-07F4-623A-091E8AF6D4D0}"/>
          </ac:cxnSpMkLst>
        </pc:cxnChg>
        <pc:cxnChg chg="add mod">
          <ac:chgData name="Nayara Rocha" userId="cd93c8e2af305baa" providerId="LiveId" clId="{CCB28ADF-A6E4-4B48-8FFF-068611E847ED}" dt="2026-03-12T11:46:31.328" v="1399"/>
          <ac:cxnSpMkLst>
            <pc:docMk/>
            <pc:sldMk cId="2658001555" sldId="266"/>
            <ac:cxnSpMk id="31" creationId="{3A8061AF-A37A-A399-2626-17B70E1ABB08}"/>
          </ac:cxnSpMkLst>
        </pc:cxnChg>
        <pc:cxnChg chg="add mod">
          <ac:chgData name="Nayara Rocha" userId="cd93c8e2af305baa" providerId="LiveId" clId="{CCB28ADF-A6E4-4B48-8FFF-068611E847ED}" dt="2026-03-12T11:46:31.328" v="1399"/>
          <ac:cxnSpMkLst>
            <pc:docMk/>
            <pc:sldMk cId="2658001555" sldId="266"/>
            <ac:cxnSpMk id="35" creationId="{3BD284E8-AD6F-8227-C058-13A950737AD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A95A5-53CB-24AA-AE29-603ABBF5A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142A55-4BAE-0B28-838D-4D19A2802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1819DC-21D5-E5FC-B328-D477DAB1A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0163-5F78-4D85-A3AE-89F554328FA5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5DB454-2FE2-3C8E-9899-17D9A05F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BB46D2-72DF-8222-CCEB-71BA25707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9BD7-4009-4B4C-B194-78FAE43909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6871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67B8F-CB2E-8010-84CF-5092335F0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2F07B8-32F1-7ACE-373F-E3785068E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4E3B1B-67F3-B169-1D6D-8EB13C35A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0163-5F78-4D85-A3AE-89F554328FA5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1E5047-BE27-B601-292A-C8B6D9077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9519B8-92D9-9311-D7A5-822801612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9BD7-4009-4B4C-B194-78FAE43909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7947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1D2A69-9E4E-7D68-E54A-88E3F3970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6413A6-1350-5646-AE28-D0805686A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765DC0-C195-8008-B419-478387391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0163-5F78-4D85-A3AE-89F554328FA5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F41C3B-F426-A6FA-4C30-AA633D921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B73973-63DD-CCC6-6605-129C22B07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9BD7-4009-4B4C-B194-78FAE43909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4660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680CEA-1109-4D55-213C-1E5D88DA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457C0B-D594-C5E2-E737-D4896CB16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34A9CC-D7D9-E29D-59FA-E0B02E71A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E0D00D-2CB0-9D2B-781B-C4A1B3E8E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0163-5F78-4D85-A3AE-89F554328FA5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43DFC2-C8EF-4E45-1BD8-DD5ABAC4B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5DAF9A-6275-5B67-7A93-F22261B03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9BD7-4009-4B4C-B194-78FAE43909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5470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05367-6E0C-0F97-1211-1739DB07B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88D0BBB-29D4-EDD6-A207-B6C06D056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EA25D76-F447-7BD4-DC33-DAD024F94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379CFC9-3AB4-04D6-1AEF-4C90D596C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E06DFAC-0EF3-E8B4-E2D9-A03336AED5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0045226-2788-C18C-9902-7FF54C674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0163-5F78-4D85-A3AE-89F554328FA5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A1E1946-AB93-06FC-8875-A9B8BD7A3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4CED06C-987C-2C48-5648-A07858046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9BD7-4009-4B4C-B194-78FAE43909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5573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D5B34-B010-7AA7-2C30-064F5C82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6EC61F3-2CAD-1ED9-FA89-BA1A671E3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0163-5F78-4D85-A3AE-89F554328FA5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1BEBD5F-4E0E-4B35-B37D-5C27E427C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D31CBC9-1223-16B2-4293-E4E4949AF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9BD7-4009-4B4C-B194-78FAE43909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5366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2B39AC-2131-443D-8554-F23DB099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0163-5F78-4D85-A3AE-89F554328FA5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C6982C-FA22-72F7-1FB7-3384E89AD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612925-080A-A0F3-C478-9426292E8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9BD7-4009-4B4C-B194-78FAE43909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2677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405F0-BA82-7E26-DC70-101DC10BB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8DEC9B-2274-C907-CE07-D63139235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DB1F778-D54B-6781-0A9D-4F2D727AD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87A7B3-EAF4-2572-478E-5EDB68908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0163-5F78-4D85-A3AE-89F554328FA5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45A1EDC-28AD-BB6A-ADE5-9D54F11C9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0785B0-7AA4-374D-50DB-F4AB15C0B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9BD7-4009-4B4C-B194-78FAE43909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007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DEF8CC-49E0-665A-1F6D-9E8212BA8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1CB9685-B921-D7D7-155C-38B0698FB6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2D7591-503D-6236-E28B-84632CCAC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B1109A-2E0B-94C4-34B7-281596D9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0163-5F78-4D85-A3AE-89F554328FA5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3B9885-B7EA-C2CD-3AD9-F3B1C4CB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A87E6E-A12F-7653-853F-1F9202CEC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9BD7-4009-4B4C-B194-78FAE43909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22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72A5B-8757-057D-0DB0-3DF775C18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A04CED-44D8-4A65-D498-94A85EB1A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BDAA0B-DC4E-FFD1-11D5-A8192112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0163-5F78-4D85-A3AE-89F554328FA5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4C0DBB-2ED9-351E-4DB9-7CED4AA80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FDBBCC-0116-B494-9E99-370B4A1D1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9BD7-4009-4B4C-B194-78FAE43909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6551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15EC4BB-7972-348D-45EA-7236888696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D94DABF-3699-80B9-33E0-BE786A977C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807FF5-043D-1E21-E08B-3351869B1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30163-5F78-4D85-A3AE-89F554328FA5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A97910-63F5-39B5-FCB8-5FB6B4C19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FF3DE3-189D-FCE1-5764-F7FBD44B7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D9BD7-4009-4B4C-B194-78FAE43909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190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1059C4F-35A7-09A6-019D-F95D1217E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EF35C9B-F237-7F04-04A3-71BA332AA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F1667A-3023-FA9E-B730-CFF4A983B8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230163-5F78-4D85-A3AE-89F554328FA5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266777-87EF-A07A-D45D-6F52C3B43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D76634-0A88-16A2-CF0B-3971EB8C1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D9BD7-4009-4B4C-B194-78FAE43909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564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96395-73D0-CAF7-1183-FEAF7EAEF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2B64B53F-E100-BD6A-68ED-173A94FA6139}"/>
              </a:ext>
            </a:extLst>
          </p:cNvPr>
          <p:cNvSpPr/>
          <p:nvPr/>
        </p:nvSpPr>
        <p:spPr>
          <a:xfrm>
            <a:off x="0" y="801244"/>
            <a:ext cx="2261419" cy="6130413"/>
          </a:xfrm>
          <a:prstGeom prst="rect">
            <a:avLst/>
          </a:prstGeom>
          <a:solidFill>
            <a:srgbClr val="2A5C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Meio-quadro 5">
            <a:extLst>
              <a:ext uri="{FF2B5EF4-FFF2-40B4-BE49-F238E27FC236}">
                <a16:creationId xmlns:a16="http://schemas.microsoft.com/office/drawing/2014/main" id="{A2C0FEE9-360E-B7E8-393A-06F87279DBEA}"/>
              </a:ext>
            </a:extLst>
          </p:cNvPr>
          <p:cNvSpPr/>
          <p:nvPr/>
        </p:nvSpPr>
        <p:spPr>
          <a:xfrm>
            <a:off x="0" y="-1"/>
            <a:ext cx="12192000" cy="2408903"/>
          </a:xfrm>
          <a:prstGeom prst="halfFrame">
            <a:avLst/>
          </a:prstGeom>
          <a:solidFill>
            <a:srgbClr val="2A5C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FBA7E3D-BCED-F445-AEF3-6A3D81BE443D}"/>
              </a:ext>
            </a:extLst>
          </p:cNvPr>
          <p:cNvSpPr txBox="1"/>
          <p:nvPr/>
        </p:nvSpPr>
        <p:spPr>
          <a:xfrm>
            <a:off x="2261417" y="172383"/>
            <a:ext cx="3991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 Estratégico de Vendas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F904C36-4897-E461-0CBB-8597B9B05218}"/>
              </a:ext>
            </a:extLst>
          </p:cNvPr>
          <p:cNvSpPr/>
          <p:nvPr/>
        </p:nvSpPr>
        <p:spPr>
          <a:xfrm>
            <a:off x="147482" y="2169257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F2C9069-7424-9178-2BE3-DE3E9FCC7E8A}"/>
              </a:ext>
            </a:extLst>
          </p:cNvPr>
          <p:cNvSpPr/>
          <p:nvPr/>
        </p:nvSpPr>
        <p:spPr>
          <a:xfrm>
            <a:off x="147483" y="1728756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999F437-C7A1-C136-272C-E113D080550E}"/>
              </a:ext>
            </a:extLst>
          </p:cNvPr>
          <p:cNvSpPr/>
          <p:nvPr/>
        </p:nvSpPr>
        <p:spPr>
          <a:xfrm>
            <a:off x="147481" y="1278363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696C0B3-0F09-5C64-688E-E50D1DEDEEB0}"/>
              </a:ext>
            </a:extLst>
          </p:cNvPr>
          <p:cNvSpPr/>
          <p:nvPr/>
        </p:nvSpPr>
        <p:spPr>
          <a:xfrm>
            <a:off x="147483" y="837862"/>
            <a:ext cx="1966453" cy="295475"/>
          </a:xfrm>
          <a:prstGeom prst="roundRect">
            <a:avLst/>
          </a:prstGeom>
          <a:solidFill>
            <a:srgbClr val="2A5C43"/>
          </a:solidFill>
          <a:ln>
            <a:solidFill>
              <a:srgbClr val="D7E6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8731372-8A61-830C-DD10-6CA0115DC6E7}"/>
              </a:ext>
            </a:extLst>
          </p:cNvPr>
          <p:cNvSpPr txBox="1"/>
          <p:nvPr/>
        </p:nvSpPr>
        <p:spPr>
          <a:xfrm>
            <a:off x="2261417" y="461261"/>
            <a:ext cx="2823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Análise de performance comercial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2568401E-38C8-2CA6-00F3-E37640250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9" y="56272"/>
            <a:ext cx="2048260" cy="667513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1F75B3FA-2621-62D9-B585-7290DB06D8EF}"/>
              </a:ext>
            </a:extLst>
          </p:cNvPr>
          <p:cNvSpPr txBox="1"/>
          <p:nvPr/>
        </p:nvSpPr>
        <p:spPr>
          <a:xfrm>
            <a:off x="2649642" y="897527"/>
            <a:ext cx="14162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Faturamento Total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B497259-EF7E-337F-9FAF-082F8BBB8B4E}"/>
              </a:ext>
            </a:extLst>
          </p:cNvPr>
          <p:cNvSpPr txBox="1"/>
          <p:nvPr/>
        </p:nvSpPr>
        <p:spPr>
          <a:xfrm>
            <a:off x="4754197" y="897527"/>
            <a:ext cx="1605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Quantidade Vendida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368ECDC-3D5F-7B45-60DC-C0B44F9CC301}"/>
              </a:ext>
            </a:extLst>
          </p:cNvPr>
          <p:cNvSpPr txBox="1"/>
          <p:nvPr/>
        </p:nvSpPr>
        <p:spPr>
          <a:xfrm>
            <a:off x="6365205" y="897527"/>
            <a:ext cx="1605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Total de Vendas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EEB5954-EDF1-A22D-E799-5BBBDDFEC824}"/>
              </a:ext>
            </a:extLst>
          </p:cNvPr>
          <p:cNvSpPr txBox="1"/>
          <p:nvPr/>
        </p:nvSpPr>
        <p:spPr>
          <a:xfrm>
            <a:off x="7746745" y="897527"/>
            <a:ext cx="1068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Ticket Médio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E2CF0BA7-3A1C-25B6-8B2D-CBEE2D3B647F}"/>
              </a:ext>
            </a:extLst>
          </p:cNvPr>
          <p:cNvCxnSpPr>
            <a:cxnSpLocks/>
          </p:cNvCxnSpPr>
          <p:nvPr/>
        </p:nvCxnSpPr>
        <p:spPr>
          <a:xfrm>
            <a:off x="2648125" y="930198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317A4E70-5BD3-7F60-F79D-487F105DDACB}"/>
              </a:ext>
            </a:extLst>
          </p:cNvPr>
          <p:cNvCxnSpPr>
            <a:cxnSpLocks/>
          </p:cNvCxnSpPr>
          <p:nvPr/>
        </p:nvCxnSpPr>
        <p:spPr>
          <a:xfrm>
            <a:off x="4766981" y="925283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D3984585-2D09-5161-0DF1-8D526DF818E1}"/>
              </a:ext>
            </a:extLst>
          </p:cNvPr>
          <p:cNvCxnSpPr>
            <a:cxnSpLocks/>
          </p:cNvCxnSpPr>
          <p:nvPr/>
        </p:nvCxnSpPr>
        <p:spPr>
          <a:xfrm>
            <a:off x="6374558" y="920368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8963A14C-71DF-268C-006E-23EFB01E8EAB}"/>
              </a:ext>
            </a:extLst>
          </p:cNvPr>
          <p:cNvCxnSpPr>
            <a:cxnSpLocks/>
          </p:cNvCxnSpPr>
          <p:nvPr/>
        </p:nvCxnSpPr>
        <p:spPr>
          <a:xfrm>
            <a:off x="7746159" y="925284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21D209EA-1EA3-BF46-EB09-2A609E52F047}"/>
              </a:ext>
            </a:extLst>
          </p:cNvPr>
          <p:cNvSpPr/>
          <p:nvPr/>
        </p:nvSpPr>
        <p:spPr>
          <a:xfrm>
            <a:off x="147479" y="2619650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64092D2A-E225-F12F-1644-9AF40E8CF697}"/>
              </a:ext>
            </a:extLst>
          </p:cNvPr>
          <p:cNvGrpSpPr/>
          <p:nvPr/>
        </p:nvGrpSpPr>
        <p:grpSpPr>
          <a:xfrm>
            <a:off x="183428" y="864984"/>
            <a:ext cx="1894558" cy="2027673"/>
            <a:chOff x="183428" y="864984"/>
            <a:chExt cx="1894558" cy="2027673"/>
          </a:xfrm>
        </p:grpSpPr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B0BA4059-52BB-1C8D-D3F2-4A1936D4F632}"/>
                </a:ext>
              </a:extLst>
            </p:cNvPr>
            <p:cNvGrpSpPr/>
            <p:nvPr/>
          </p:nvGrpSpPr>
          <p:grpSpPr>
            <a:xfrm>
              <a:off x="183428" y="864984"/>
              <a:ext cx="1894558" cy="1571833"/>
              <a:chOff x="147481" y="3272073"/>
              <a:chExt cx="1894558" cy="1571833"/>
            </a:xfrm>
          </p:grpSpPr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981F30CB-8D28-0F67-69DE-53B2FDA5C429}"/>
                  </a:ext>
                </a:extLst>
              </p:cNvPr>
              <p:cNvSpPr txBox="1"/>
              <p:nvPr/>
            </p:nvSpPr>
            <p:spPr>
              <a:xfrm>
                <a:off x="147481" y="3272073"/>
                <a:ext cx="18945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chemeClr val="bg1"/>
                    </a:solidFill>
                  </a:rPr>
                  <a:t>VISÃO GERAL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361F6861-3828-FE8E-AF6E-77D4791BC9F7}"/>
                  </a:ext>
                </a:extLst>
              </p:cNvPr>
              <p:cNvSpPr txBox="1"/>
              <p:nvPr/>
            </p:nvSpPr>
            <p:spPr>
              <a:xfrm>
                <a:off x="147481" y="3712574"/>
                <a:ext cx="18945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rgbClr val="2A5C43"/>
                    </a:solidFill>
                  </a:rPr>
                  <a:t>PRODUTOS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1294E2B6-0C7F-1A82-D36E-8D283B026FFA}"/>
                  </a:ext>
                </a:extLst>
              </p:cNvPr>
              <p:cNvSpPr txBox="1"/>
              <p:nvPr/>
            </p:nvSpPr>
            <p:spPr>
              <a:xfrm>
                <a:off x="147481" y="4158335"/>
                <a:ext cx="18945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rgbClr val="2A5C43"/>
                    </a:solidFill>
                  </a:rPr>
                  <a:t>VENDEDORES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FD4CC667-3A6B-40FA-1A54-656B3050208B}"/>
                  </a:ext>
                </a:extLst>
              </p:cNvPr>
              <p:cNvSpPr txBox="1"/>
              <p:nvPr/>
            </p:nvSpPr>
            <p:spPr>
              <a:xfrm>
                <a:off x="147481" y="4597685"/>
                <a:ext cx="18945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rgbClr val="2A5C43"/>
                    </a:solidFill>
                  </a:rPr>
                  <a:t>DETALHAMENTO</a:t>
                </a:r>
              </a:p>
            </p:txBody>
          </p:sp>
        </p:grp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3266DD82-0E65-4761-6413-309A31D88F34}"/>
                </a:ext>
              </a:extLst>
            </p:cNvPr>
            <p:cNvSpPr txBox="1"/>
            <p:nvPr/>
          </p:nvSpPr>
          <p:spPr>
            <a:xfrm>
              <a:off x="183428" y="2646436"/>
              <a:ext cx="18945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rgbClr val="2A5C43"/>
                  </a:solidFill>
                </a:rPr>
                <a:t>ANÁLISE ESTRATÉGICA</a:t>
              </a:r>
            </a:p>
          </p:txBody>
        </p:sp>
      </p:grp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2D895281-66CD-9ACA-6E7B-DAC535EE9651}"/>
              </a:ext>
            </a:extLst>
          </p:cNvPr>
          <p:cNvCxnSpPr>
            <a:cxnSpLocks/>
          </p:cNvCxnSpPr>
          <p:nvPr/>
        </p:nvCxnSpPr>
        <p:spPr>
          <a:xfrm>
            <a:off x="9588052" y="930198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17F6BB8-C9C5-D250-38FC-67FCFF19356B}"/>
              </a:ext>
            </a:extLst>
          </p:cNvPr>
          <p:cNvSpPr txBox="1"/>
          <p:nvPr/>
        </p:nvSpPr>
        <p:spPr>
          <a:xfrm>
            <a:off x="9581686" y="920368"/>
            <a:ext cx="1695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Atingimento da Meta</a:t>
            </a:r>
          </a:p>
        </p:txBody>
      </p:sp>
    </p:spTree>
    <p:extLst>
      <p:ext uri="{BB962C8B-B14F-4D97-AF65-F5344CB8AC3E}">
        <p14:creationId xmlns:p14="http://schemas.microsoft.com/office/powerpoint/2010/main" val="3134809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638F2-3B94-B48F-0638-65DE0F4CA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3224CD5-8785-2B6D-9823-1CCB3E3FCF3D}"/>
              </a:ext>
            </a:extLst>
          </p:cNvPr>
          <p:cNvSpPr/>
          <p:nvPr/>
        </p:nvSpPr>
        <p:spPr>
          <a:xfrm>
            <a:off x="0" y="801244"/>
            <a:ext cx="2261419" cy="6130413"/>
          </a:xfrm>
          <a:prstGeom prst="rect">
            <a:avLst/>
          </a:prstGeom>
          <a:solidFill>
            <a:srgbClr val="2A5C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Meio-quadro 5">
            <a:extLst>
              <a:ext uri="{FF2B5EF4-FFF2-40B4-BE49-F238E27FC236}">
                <a16:creationId xmlns:a16="http://schemas.microsoft.com/office/drawing/2014/main" id="{7032A9D6-6472-047C-59AD-026D52BAA2BA}"/>
              </a:ext>
            </a:extLst>
          </p:cNvPr>
          <p:cNvSpPr/>
          <p:nvPr/>
        </p:nvSpPr>
        <p:spPr>
          <a:xfrm>
            <a:off x="0" y="-1"/>
            <a:ext cx="12190194" cy="2408903"/>
          </a:xfrm>
          <a:prstGeom prst="halfFrame">
            <a:avLst/>
          </a:prstGeom>
          <a:solidFill>
            <a:srgbClr val="2A5C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4EF2538-591B-C395-DE73-56F9A07F7ED0}"/>
              </a:ext>
            </a:extLst>
          </p:cNvPr>
          <p:cNvSpPr/>
          <p:nvPr/>
        </p:nvSpPr>
        <p:spPr>
          <a:xfrm>
            <a:off x="147482" y="2169257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D8A47A9-2FAA-A458-6E46-B25369BB2322}"/>
              </a:ext>
            </a:extLst>
          </p:cNvPr>
          <p:cNvSpPr/>
          <p:nvPr/>
        </p:nvSpPr>
        <p:spPr>
          <a:xfrm>
            <a:off x="147483" y="1728756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CD2777D-B1D7-B862-6F7C-B27F1D027FC0}"/>
              </a:ext>
            </a:extLst>
          </p:cNvPr>
          <p:cNvSpPr/>
          <p:nvPr/>
        </p:nvSpPr>
        <p:spPr>
          <a:xfrm>
            <a:off x="147481" y="1278363"/>
            <a:ext cx="1966453" cy="295475"/>
          </a:xfrm>
          <a:prstGeom prst="roundRect">
            <a:avLst/>
          </a:prstGeom>
          <a:noFill/>
          <a:ln>
            <a:solidFill>
              <a:srgbClr val="D7E6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3348D50-CFA1-7B68-9ECD-B45D68C746BF}"/>
              </a:ext>
            </a:extLst>
          </p:cNvPr>
          <p:cNvSpPr/>
          <p:nvPr/>
        </p:nvSpPr>
        <p:spPr>
          <a:xfrm>
            <a:off x="147483" y="837862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D360C09-EDDC-7605-368D-EFD0303FA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9" y="56272"/>
            <a:ext cx="2048260" cy="6675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320C8EC-2DBB-EF21-7C15-72384881F07F}"/>
              </a:ext>
            </a:extLst>
          </p:cNvPr>
          <p:cNvSpPr txBox="1"/>
          <p:nvPr/>
        </p:nvSpPr>
        <p:spPr>
          <a:xfrm>
            <a:off x="2261417" y="172383"/>
            <a:ext cx="3991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 Estratégico de Vendas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AB88B62-B0BA-6995-130F-55667D26CFE4}"/>
              </a:ext>
            </a:extLst>
          </p:cNvPr>
          <p:cNvSpPr txBox="1"/>
          <p:nvPr/>
        </p:nvSpPr>
        <p:spPr>
          <a:xfrm>
            <a:off x="2261417" y="461261"/>
            <a:ext cx="2823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Performance de Produtos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C487E895-ECDA-3A70-B7E0-7C5B8ED730E4}"/>
              </a:ext>
            </a:extLst>
          </p:cNvPr>
          <p:cNvSpPr/>
          <p:nvPr/>
        </p:nvSpPr>
        <p:spPr>
          <a:xfrm>
            <a:off x="147479" y="2619650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328ACB08-683C-CD46-BFB4-2A6AE33C8A3F}"/>
              </a:ext>
            </a:extLst>
          </p:cNvPr>
          <p:cNvGrpSpPr/>
          <p:nvPr/>
        </p:nvGrpSpPr>
        <p:grpSpPr>
          <a:xfrm>
            <a:off x="183428" y="864984"/>
            <a:ext cx="1894558" cy="2027673"/>
            <a:chOff x="183428" y="864984"/>
            <a:chExt cx="1894558" cy="2027673"/>
          </a:xfrm>
        </p:grpSpPr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2558B992-A65F-F5C7-24DE-26A5FF15A469}"/>
                </a:ext>
              </a:extLst>
            </p:cNvPr>
            <p:cNvGrpSpPr/>
            <p:nvPr/>
          </p:nvGrpSpPr>
          <p:grpSpPr>
            <a:xfrm>
              <a:off x="183428" y="864984"/>
              <a:ext cx="1894558" cy="1571833"/>
              <a:chOff x="147481" y="3272073"/>
              <a:chExt cx="1894558" cy="1571833"/>
            </a:xfrm>
          </p:grpSpPr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920C86E1-1C78-FD0C-1F40-BDFD6AE98946}"/>
                  </a:ext>
                </a:extLst>
              </p:cNvPr>
              <p:cNvSpPr txBox="1"/>
              <p:nvPr/>
            </p:nvSpPr>
            <p:spPr>
              <a:xfrm>
                <a:off x="147481" y="3272073"/>
                <a:ext cx="18945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rgbClr val="2A5C43"/>
                    </a:solidFill>
                  </a:rPr>
                  <a:t>VISÃO GERAL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292806B-82C0-8116-F791-C335166EE399}"/>
                  </a:ext>
                </a:extLst>
              </p:cNvPr>
              <p:cNvSpPr txBox="1"/>
              <p:nvPr/>
            </p:nvSpPr>
            <p:spPr>
              <a:xfrm>
                <a:off x="147481" y="3712574"/>
                <a:ext cx="1894558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chemeClr val="bg1"/>
                    </a:solidFill>
                  </a:rPr>
                  <a:t>PRODUTOS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511ABF08-683D-34CB-F1DB-C485C0342E2F}"/>
                  </a:ext>
                </a:extLst>
              </p:cNvPr>
              <p:cNvSpPr txBox="1"/>
              <p:nvPr/>
            </p:nvSpPr>
            <p:spPr>
              <a:xfrm>
                <a:off x="147481" y="4158335"/>
                <a:ext cx="18945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rgbClr val="2A5C43"/>
                    </a:solidFill>
                  </a:rPr>
                  <a:t>VENDEDORES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DC100BF7-2AD2-C14C-4FC3-3E19B557E02B}"/>
                  </a:ext>
                </a:extLst>
              </p:cNvPr>
              <p:cNvSpPr txBox="1"/>
              <p:nvPr/>
            </p:nvSpPr>
            <p:spPr>
              <a:xfrm>
                <a:off x="147481" y="4597685"/>
                <a:ext cx="18945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rgbClr val="2A5C43"/>
                    </a:solidFill>
                  </a:rPr>
                  <a:t>DETALHAMENTO</a:t>
                </a:r>
              </a:p>
            </p:txBody>
          </p:sp>
        </p:grp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D97F20FF-8A87-ACD5-E862-B39E6CD7D042}"/>
                </a:ext>
              </a:extLst>
            </p:cNvPr>
            <p:cNvSpPr txBox="1"/>
            <p:nvPr/>
          </p:nvSpPr>
          <p:spPr>
            <a:xfrm>
              <a:off x="183428" y="2646436"/>
              <a:ext cx="18945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rgbClr val="2A5C43"/>
                  </a:solidFill>
                </a:rPr>
                <a:t>ANÁLISE ESTRATÉGICA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CCD36418-586C-99AE-250E-0A1939720B15}"/>
              </a:ext>
            </a:extLst>
          </p:cNvPr>
          <p:cNvSpPr txBox="1"/>
          <p:nvPr/>
        </p:nvSpPr>
        <p:spPr>
          <a:xfrm>
            <a:off x="2649642" y="897527"/>
            <a:ext cx="14162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Faturamento Total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58A821C-325F-D38C-05F4-73117FE6EC29}"/>
              </a:ext>
            </a:extLst>
          </p:cNvPr>
          <p:cNvSpPr txBox="1"/>
          <p:nvPr/>
        </p:nvSpPr>
        <p:spPr>
          <a:xfrm>
            <a:off x="4754197" y="897527"/>
            <a:ext cx="1605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Quantidade Vendida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F9D0F5D-3AD4-D1B8-B5BE-872280134F61}"/>
              </a:ext>
            </a:extLst>
          </p:cNvPr>
          <p:cNvSpPr txBox="1"/>
          <p:nvPr/>
        </p:nvSpPr>
        <p:spPr>
          <a:xfrm>
            <a:off x="6365205" y="897527"/>
            <a:ext cx="1605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Total de Vendas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8440FEB-8E3A-6F10-BEEF-60EF4D7F3117}"/>
              </a:ext>
            </a:extLst>
          </p:cNvPr>
          <p:cNvSpPr txBox="1"/>
          <p:nvPr/>
        </p:nvSpPr>
        <p:spPr>
          <a:xfrm>
            <a:off x="7746745" y="897527"/>
            <a:ext cx="1068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Ticket Médio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8626E851-AB2A-875A-4F06-26988442A749}"/>
              </a:ext>
            </a:extLst>
          </p:cNvPr>
          <p:cNvCxnSpPr>
            <a:cxnSpLocks/>
          </p:cNvCxnSpPr>
          <p:nvPr/>
        </p:nvCxnSpPr>
        <p:spPr>
          <a:xfrm>
            <a:off x="2648125" y="930198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039E829E-032F-0658-D81C-7CFEE0430CE7}"/>
              </a:ext>
            </a:extLst>
          </p:cNvPr>
          <p:cNvCxnSpPr>
            <a:cxnSpLocks/>
          </p:cNvCxnSpPr>
          <p:nvPr/>
        </p:nvCxnSpPr>
        <p:spPr>
          <a:xfrm>
            <a:off x="4766981" y="925283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9235068A-EB68-D47E-0C4D-3C064F9C0524}"/>
              </a:ext>
            </a:extLst>
          </p:cNvPr>
          <p:cNvCxnSpPr>
            <a:cxnSpLocks/>
          </p:cNvCxnSpPr>
          <p:nvPr/>
        </p:nvCxnSpPr>
        <p:spPr>
          <a:xfrm>
            <a:off x="6374558" y="920368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91A5FEBE-129C-EE13-CE76-07A81D2DCF24}"/>
              </a:ext>
            </a:extLst>
          </p:cNvPr>
          <p:cNvCxnSpPr>
            <a:cxnSpLocks/>
          </p:cNvCxnSpPr>
          <p:nvPr/>
        </p:nvCxnSpPr>
        <p:spPr>
          <a:xfrm>
            <a:off x="7746159" y="925284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B78FA18F-9C01-430B-EBF6-B18F6822C714}"/>
              </a:ext>
            </a:extLst>
          </p:cNvPr>
          <p:cNvCxnSpPr>
            <a:cxnSpLocks/>
          </p:cNvCxnSpPr>
          <p:nvPr/>
        </p:nvCxnSpPr>
        <p:spPr>
          <a:xfrm>
            <a:off x="9588052" y="930198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901B787-6DC0-EDBE-BCB7-46C10CADD2EB}"/>
              </a:ext>
            </a:extLst>
          </p:cNvPr>
          <p:cNvSpPr txBox="1"/>
          <p:nvPr/>
        </p:nvSpPr>
        <p:spPr>
          <a:xfrm>
            <a:off x="9581686" y="920368"/>
            <a:ext cx="1695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Atingimento da Meta</a:t>
            </a:r>
          </a:p>
        </p:txBody>
      </p:sp>
    </p:spTree>
    <p:extLst>
      <p:ext uri="{BB962C8B-B14F-4D97-AF65-F5344CB8AC3E}">
        <p14:creationId xmlns:p14="http://schemas.microsoft.com/office/powerpoint/2010/main" val="533297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574AD-5DE1-44A4-8ED0-0BCDB9C3E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98C12377-24E0-2A87-F510-C09145D29890}"/>
              </a:ext>
            </a:extLst>
          </p:cNvPr>
          <p:cNvSpPr/>
          <p:nvPr/>
        </p:nvSpPr>
        <p:spPr>
          <a:xfrm>
            <a:off x="0" y="801244"/>
            <a:ext cx="2261419" cy="6130413"/>
          </a:xfrm>
          <a:prstGeom prst="rect">
            <a:avLst/>
          </a:prstGeom>
          <a:solidFill>
            <a:srgbClr val="2A5C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Meio-quadro 5">
            <a:extLst>
              <a:ext uri="{FF2B5EF4-FFF2-40B4-BE49-F238E27FC236}">
                <a16:creationId xmlns:a16="http://schemas.microsoft.com/office/drawing/2014/main" id="{5340106D-9FD4-384D-B064-F63C6514791B}"/>
              </a:ext>
            </a:extLst>
          </p:cNvPr>
          <p:cNvSpPr/>
          <p:nvPr/>
        </p:nvSpPr>
        <p:spPr>
          <a:xfrm>
            <a:off x="0" y="-1"/>
            <a:ext cx="12190194" cy="2408903"/>
          </a:xfrm>
          <a:prstGeom prst="halfFrame">
            <a:avLst/>
          </a:prstGeom>
          <a:solidFill>
            <a:srgbClr val="2A5C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08528F9-BBB0-0602-27B1-6FD7A02ECF3F}"/>
              </a:ext>
            </a:extLst>
          </p:cNvPr>
          <p:cNvSpPr/>
          <p:nvPr/>
        </p:nvSpPr>
        <p:spPr>
          <a:xfrm>
            <a:off x="147482" y="2169257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2CB589F-DC68-8A43-3F27-56186891A7D2}"/>
              </a:ext>
            </a:extLst>
          </p:cNvPr>
          <p:cNvSpPr/>
          <p:nvPr/>
        </p:nvSpPr>
        <p:spPr>
          <a:xfrm>
            <a:off x="147483" y="1728756"/>
            <a:ext cx="1966453" cy="295475"/>
          </a:xfrm>
          <a:prstGeom prst="roundRect">
            <a:avLst/>
          </a:prstGeom>
          <a:noFill/>
          <a:ln>
            <a:solidFill>
              <a:srgbClr val="D7E6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7AA20FA-1208-ACE9-CD89-6F0C172053D4}"/>
              </a:ext>
            </a:extLst>
          </p:cNvPr>
          <p:cNvSpPr/>
          <p:nvPr/>
        </p:nvSpPr>
        <p:spPr>
          <a:xfrm>
            <a:off x="147481" y="1278363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24F4492-7243-1413-6AF2-5AEC39CB7BD9}"/>
              </a:ext>
            </a:extLst>
          </p:cNvPr>
          <p:cNvSpPr/>
          <p:nvPr/>
        </p:nvSpPr>
        <p:spPr>
          <a:xfrm>
            <a:off x="147483" y="837862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91FE59F-B62E-2A2B-E9AA-BA147CA72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9" y="56272"/>
            <a:ext cx="2048260" cy="6675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72AF4B17-AF5B-FC35-50F3-A20241243D59}"/>
              </a:ext>
            </a:extLst>
          </p:cNvPr>
          <p:cNvSpPr txBox="1"/>
          <p:nvPr/>
        </p:nvSpPr>
        <p:spPr>
          <a:xfrm>
            <a:off x="2261417" y="172383"/>
            <a:ext cx="3991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 Estratégico de Vendas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84A6BE-CEC2-AD8B-CAF0-82D83B3F8ED5}"/>
              </a:ext>
            </a:extLst>
          </p:cNvPr>
          <p:cNvSpPr txBox="1"/>
          <p:nvPr/>
        </p:nvSpPr>
        <p:spPr>
          <a:xfrm>
            <a:off x="2261417" y="461261"/>
            <a:ext cx="2823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Performance de Vendedores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99260B1F-C3B7-40BE-954A-576C44757A38}"/>
              </a:ext>
            </a:extLst>
          </p:cNvPr>
          <p:cNvSpPr/>
          <p:nvPr/>
        </p:nvSpPr>
        <p:spPr>
          <a:xfrm>
            <a:off x="147479" y="2619650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49EA5B2D-9812-63A2-B742-D8C005BA4EED}"/>
              </a:ext>
            </a:extLst>
          </p:cNvPr>
          <p:cNvGrpSpPr/>
          <p:nvPr/>
        </p:nvGrpSpPr>
        <p:grpSpPr>
          <a:xfrm>
            <a:off x="183428" y="873687"/>
            <a:ext cx="1894558" cy="2018970"/>
            <a:chOff x="183428" y="873687"/>
            <a:chExt cx="1894558" cy="2018970"/>
          </a:xfrm>
        </p:grpSpPr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E19332B3-7CF6-6C04-F678-61E415A0A7C8}"/>
                </a:ext>
              </a:extLst>
            </p:cNvPr>
            <p:cNvGrpSpPr/>
            <p:nvPr/>
          </p:nvGrpSpPr>
          <p:grpSpPr>
            <a:xfrm>
              <a:off x="183428" y="873687"/>
              <a:ext cx="1894558" cy="1571833"/>
              <a:chOff x="147481" y="3272073"/>
              <a:chExt cx="1894558" cy="1571833"/>
            </a:xfrm>
          </p:grpSpPr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68923678-2F65-5F95-D356-B06CEC6CEBBE}"/>
                  </a:ext>
                </a:extLst>
              </p:cNvPr>
              <p:cNvSpPr txBox="1"/>
              <p:nvPr/>
            </p:nvSpPr>
            <p:spPr>
              <a:xfrm>
                <a:off x="147481" y="3272073"/>
                <a:ext cx="18945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rgbClr val="2A5C43"/>
                    </a:solidFill>
                  </a:rPr>
                  <a:t>VISÃO GERAL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C94E6AA1-961D-6535-6633-D2BFA61182DB}"/>
                  </a:ext>
                </a:extLst>
              </p:cNvPr>
              <p:cNvSpPr txBox="1"/>
              <p:nvPr/>
            </p:nvSpPr>
            <p:spPr>
              <a:xfrm>
                <a:off x="147481" y="3712574"/>
                <a:ext cx="1894558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rgbClr val="2A5C43"/>
                    </a:solidFill>
                  </a:rPr>
                  <a:t>PRODUTOS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EC505DE0-BFDC-1AFE-4A47-06CB571928BF}"/>
                  </a:ext>
                </a:extLst>
              </p:cNvPr>
              <p:cNvSpPr txBox="1"/>
              <p:nvPr/>
            </p:nvSpPr>
            <p:spPr>
              <a:xfrm>
                <a:off x="147481" y="4158335"/>
                <a:ext cx="18945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chemeClr val="bg1"/>
                    </a:solidFill>
                  </a:rPr>
                  <a:t>VENDEDORES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D0A40127-EF29-C601-EA37-160B8C8E238E}"/>
                  </a:ext>
                </a:extLst>
              </p:cNvPr>
              <p:cNvSpPr txBox="1"/>
              <p:nvPr/>
            </p:nvSpPr>
            <p:spPr>
              <a:xfrm>
                <a:off x="147481" y="4597685"/>
                <a:ext cx="18945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rgbClr val="2A5C43"/>
                    </a:solidFill>
                  </a:rPr>
                  <a:t>DETALHAMENTO</a:t>
                </a:r>
              </a:p>
            </p:txBody>
          </p:sp>
        </p:grp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9AF19347-CB84-1EEC-6916-B12082B4990E}"/>
                </a:ext>
              </a:extLst>
            </p:cNvPr>
            <p:cNvSpPr txBox="1"/>
            <p:nvPr/>
          </p:nvSpPr>
          <p:spPr>
            <a:xfrm>
              <a:off x="183428" y="2646436"/>
              <a:ext cx="18945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rgbClr val="2A5C43"/>
                  </a:solidFill>
                </a:rPr>
                <a:t>ANÁLISE ESTRATÉGICA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E04AAF6A-5C68-5D6D-A147-8BC47EA545C1}"/>
              </a:ext>
            </a:extLst>
          </p:cNvPr>
          <p:cNvSpPr txBox="1"/>
          <p:nvPr/>
        </p:nvSpPr>
        <p:spPr>
          <a:xfrm>
            <a:off x="2649642" y="897527"/>
            <a:ext cx="14162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Faturamento Total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9D44D47-CFB6-2521-A4B5-3E487C15C780}"/>
              </a:ext>
            </a:extLst>
          </p:cNvPr>
          <p:cNvSpPr txBox="1"/>
          <p:nvPr/>
        </p:nvSpPr>
        <p:spPr>
          <a:xfrm>
            <a:off x="4754197" y="897527"/>
            <a:ext cx="1605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Quantidade Vendida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D97FF53-6BE0-DAA9-CEC5-481BDEBEDFDD}"/>
              </a:ext>
            </a:extLst>
          </p:cNvPr>
          <p:cNvSpPr txBox="1"/>
          <p:nvPr/>
        </p:nvSpPr>
        <p:spPr>
          <a:xfrm>
            <a:off x="6365205" y="897527"/>
            <a:ext cx="1605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Total de Vendas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C9D16BC-B0CB-C2B8-A604-7920BDD5B9FF}"/>
              </a:ext>
            </a:extLst>
          </p:cNvPr>
          <p:cNvSpPr txBox="1"/>
          <p:nvPr/>
        </p:nvSpPr>
        <p:spPr>
          <a:xfrm>
            <a:off x="7746745" y="897527"/>
            <a:ext cx="1068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Ticket Médio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A63DD7FB-7187-8DAC-1214-EB13F0D64C76}"/>
              </a:ext>
            </a:extLst>
          </p:cNvPr>
          <p:cNvCxnSpPr>
            <a:cxnSpLocks/>
          </p:cNvCxnSpPr>
          <p:nvPr/>
        </p:nvCxnSpPr>
        <p:spPr>
          <a:xfrm>
            <a:off x="2648125" y="930198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6807F4F2-AE62-4C0F-904F-D8AF450E4EA5}"/>
              </a:ext>
            </a:extLst>
          </p:cNvPr>
          <p:cNvCxnSpPr>
            <a:cxnSpLocks/>
          </p:cNvCxnSpPr>
          <p:nvPr/>
        </p:nvCxnSpPr>
        <p:spPr>
          <a:xfrm>
            <a:off x="4766981" y="925283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B4215D09-346D-1096-31BF-A4D75CE3D407}"/>
              </a:ext>
            </a:extLst>
          </p:cNvPr>
          <p:cNvCxnSpPr>
            <a:cxnSpLocks/>
          </p:cNvCxnSpPr>
          <p:nvPr/>
        </p:nvCxnSpPr>
        <p:spPr>
          <a:xfrm>
            <a:off x="6374558" y="920368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26AFFFDD-2199-E5EA-FD6A-1D77E302BE0D}"/>
              </a:ext>
            </a:extLst>
          </p:cNvPr>
          <p:cNvCxnSpPr>
            <a:cxnSpLocks/>
          </p:cNvCxnSpPr>
          <p:nvPr/>
        </p:nvCxnSpPr>
        <p:spPr>
          <a:xfrm>
            <a:off x="7746159" y="925284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7FEFD1CC-1283-9EC1-8EA0-F840278018B9}"/>
              </a:ext>
            </a:extLst>
          </p:cNvPr>
          <p:cNvCxnSpPr>
            <a:cxnSpLocks/>
          </p:cNvCxnSpPr>
          <p:nvPr/>
        </p:nvCxnSpPr>
        <p:spPr>
          <a:xfrm>
            <a:off x="9588052" y="930198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D36DABD-E374-D959-CB4C-CDE432604901}"/>
              </a:ext>
            </a:extLst>
          </p:cNvPr>
          <p:cNvSpPr txBox="1"/>
          <p:nvPr/>
        </p:nvSpPr>
        <p:spPr>
          <a:xfrm>
            <a:off x="9581686" y="920368"/>
            <a:ext cx="1695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Atingimento da Meta</a:t>
            </a:r>
          </a:p>
        </p:txBody>
      </p:sp>
    </p:spTree>
    <p:extLst>
      <p:ext uri="{BB962C8B-B14F-4D97-AF65-F5344CB8AC3E}">
        <p14:creationId xmlns:p14="http://schemas.microsoft.com/office/powerpoint/2010/main" val="471229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50646-B67B-9677-6F82-D2826320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329ABC51-D799-5FDA-6B49-5A46377778FE}"/>
              </a:ext>
            </a:extLst>
          </p:cNvPr>
          <p:cNvSpPr/>
          <p:nvPr/>
        </p:nvSpPr>
        <p:spPr>
          <a:xfrm>
            <a:off x="0" y="801244"/>
            <a:ext cx="2261419" cy="6130413"/>
          </a:xfrm>
          <a:prstGeom prst="rect">
            <a:avLst/>
          </a:prstGeom>
          <a:solidFill>
            <a:srgbClr val="2A5C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Meio-quadro 5">
            <a:extLst>
              <a:ext uri="{FF2B5EF4-FFF2-40B4-BE49-F238E27FC236}">
                <a16:creationId xmlns:a16="http://schemas.microsoft.com/office/drawing/2014/main" id="{D5E3DFEB-74EB-3558-6CFB-94DFDEEA5BE7}"/>
              </a:ext>
            </a:extLst>
          </p:cNvPr>
          <p:cNvSpPr/>
          <p:nvPr/>
        </p:nvSpPr>
        <p:spPr>
          <a:xfrm>
            <a:off x="0" y="-1"/>
            <a:ext cx="12190194" cy="2408903"/>
          </a:xfrm>
          <a:prstGeom prst="halfFrame">
            <a:avLst/>
          </a:prstGeom>
          <a:solidFill>
            <a:srgbClr val="2A5C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5350BA5-C84D-B865-7645-39368402FB26}"/>
              </a:ext>
            </a:extLst>
          </p:cNvPr>
          <p:cNvSpPr/>
          <p:nvPr/>
        </p:nvSpPr>
        <p:spPr>
          <a:xfrm>
            <a:off x="147482" y="2169257"/>
            <a:ext cx="1966453" cy="295475"/>
          </a:xfrm>
          <a:prstGeom prst="roundRect">
            <a:avLst/>
          </a:prstGeom>
          <a:noFill/>
          <a:ln>
            <a:solidFill>
              <a:srgbClr val="D7E6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AC4B799-F320-05A0-F408-DC40EE9BAC61}"/>
              </a:ext>
            </a:extLst>
          </p:cNvPr>
          <p:cNvSpPr/>
          <p:nvPr/>
        </p:nvSpPr>
        <p:spPr>
          <a:xfrm>
            <a:off x="147483" y="1728756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21EB9DC-6CC4-62E6-EE9A-60A6866C07B0}"/>
              </a:ext>
            </a:extLst>
          </p:cNvPr>
          <p:cNvSpPr/>
          <p:nvPr/>
        </p:nvSpPr>
        <p:spPr>
          <a:xfrm>
            <a:off x="147481" y="1278363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0415428-FA62-39E5-6C6B-6267569ED9ED}"/>
              </a:ext>
            </a:extLst>
          </p:cNvPr>
          <p:cNvSpPr/>
          <p:nvPr/>
        </p:nvSpPr>
        <p:spPr>
          <a:xfrm>
            <a:off x="147483" y="837862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200B0C-F6DE-2F25-1356-A891F6990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9" y="56272"/>
            <a:ext cx="2048260" cy="6675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C60B2B7-9575-D4EB-1C75-0A9DC0D06579}"/>
              </a:ext>
            </a:extLst>
          </p:cNvPr>
          <p:cNvSpPr txBox="1"/>
          <p:nvPr/>
        </p:nvSpPr>
        <p:spPr>
          <a:xfrm>
            <a:off x="2261417" y="172383"/>
            <a:ext cx="3991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 Estratégico de Vendas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15CC175-ABF0-DC6D-B84D-7F1E59EB2596}"/>
              </a:ext>
            </a:extLst>
          </p:cNvPr>
          <p:cNvSpPr txBox="1"/>
          <p:nvPr/>
        </p:nvSpPr>
        <p:spPr>
          <a:xfrm>
            <a:off x="2261417" y="461261"/>
            <a:ext cx="2823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Detalhamento das Transações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3B987EAB-15DA-0A19-E44B-0382A9BD1243}"/>
              </a:ext>
            </a:extLst>
          </p:cNvPr>
          <p:cNvSpPr/>
          <p:nvPr/>
        </p:nvSpPr>
        <p:spPr>
          <a:xfrm>
            <a:off x="147479" y="2619650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3556E8A8-F3CA-E39F-EB44-5FAA62D2ABC2}"/>
              </a:ext>
            </a:extLst>
          </p:cNvPr>
          <p:cNvGrpSpPr/>
          <p:nvPr/>
        </p:nvGrpSpPr>
        <p:grpSpPr>
          <a:xfrm>
            <a:off x="183428" y="873687"/>
            <a:ext cx="1894558" cy="2018970"/>
            <a:chOff x="183428" y="873687"/>
            <a:chExt cx="1894558" cy="2018970"/>
          </a:xfrm>
        </p:grpSpPr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EA9C201F-32D6-3085-1081-53CCE6E109BB}"/>
                </a:ext>
              </a:extLst>
            </p:cNvPr>
            <p:cNvGrpSpPr/>
            <p:nvPr/>
          </p:nvGrpSpPr>
          <p:grpSpPr>
            <a:xfrm>
              <a:off x="183428" y="873687"/>
              <a:ext cx="1894558" cy="1571833"/>
              <a:chOff x="147481" y="3272073"/>
              <a:chExt cx="1894558" cy="1571833"/>
            </a:xfrm>
          </p:grpSpPr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20C1B637-5DF8-B253-A54E-5AB5EE68CB74}"/>
                  </a:ext>
                </a:extLst>
              </p:cNvPr>
              <p:cNvSpPr txBox="1"/>
              <p:nvPr/>
            </p:nvSpPr>
            <p:spPr>
              <a:xfrm>
                <a:off x="147481" y="3272073"/>
                <a:ext cx="1894558" cy="246221"/>
              </a:xfrm>
              <a:prstGeom prst="rect">
                <a:avLst/>
              </a:prstGeom>
              <a:solidFill>
                <a:srgbClr val="D7E6DD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rgbClr val="2A5C43"/>
                    </a:solidFill>
                  </a:rPr>
                  <a:t>VISÃO GERAL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6AB7AEF-3E73-0880-35AC-329021229AA1}"/>
                  </a:ext>
                </a:extLst>
              </p:cNvPr>
              <p:cNvSpPr txBox="1"/>
              <p:nvPr/>
            </p:nvSpPr>
            <p:spPr>
              <a:xfrm>
                <a:off x="147481" y="3712574"/>
                <a:ext cx="1894558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rgbClr val="2A5C43"/>
                    </a:solidFill>
                  </a:rPr>
                  <a:t>PRODUTOS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EFE4FBB6-7F21-EB7B-8030-606821A6A9BD}"/>
                  </a:ext>
                </a:extLst>
              </p:cNvPr>
              <p:cNvSpPr txBox="1"/>
              <p:nvPr/>
            </p:nvSpPr>
            <p:spPr>
              <a:xfrm>
                <a:off x="147481" y="4153255"/>
                <a:ext cx="18945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rgbClr val="2A5C43"/>
                    </a:solidFill>
                  </a:rPr>
                  <a:t>VENDEDORES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D095F291-1522-C176-E45A-2D8E0F169BF7}"/>
                  </a:ext>
                </a:extLst>
              </p:cNvPr>
              <p:cNvSpPr txBox="1"/>
              <p:nvPr/>
            </p:nvSpPr>
            <p:spPr>
              <a:xfrm>
                <a:off x="147481" y="4597685"/>
                <a:ext cx="18945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chemeClr val="bg1"/>
                    </a:solidFill>
                  </a:rPr>
                  <a:t>DETALHAMENTO</a:t>
                </a:r>
              </a:p>
            </p:txBody>
          </p:sp>
        </p:grp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E576A199-14E1-A3BA-DC6A-687B4416B102}"/>
                </a:ext>
              </a:extLst>
            </p:cNvPr>
            <p:cNvSpPr txBox="1"/>
            <p:nvPr/>
          </p:nvSpPr>
          <p:spPr>
            <a:xfrm>
              <a:off x="183428" y="2646436"/>
              <a:ext cx="18945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rgbClr val="2A5C43"/>
                  </a:solidFill>
                </a:rPr>
                <a:t>ANÁLISE ESTRATÉGICA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736DA05F-ABEB-7C2F-61BA-8F2A03321B9D}"/>
              </a:ext>
            </a:extLst>
          </p:cNvPr>
          <p:cNvSpPr txBox="1"/>
          <p:nvPr/>
        </p:nvSpPr>
        <p:spPr>
          <a:xfrm>
            <a:off x="2649642" y="897527"/>
            <a:ext cx="14162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Faturamento Total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BC83716-C6FD-FBE0-B0D6-B00CB7DD3EFD}"/>
              </a:ext>
            </a:extLst>
          </p:cNvPr>
          <p:cNvSpPr txBox="1"/>
          <p:nvPr/>
        </p:nvSpPr>
        <p:spPr>
          <a:xfrm>
            <a:off x="4754197" y="897527"/>
            <a:ext cx="1605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Quantidade Vendida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9E7D35F-D90B-EBDC-B668-C2115A8D24A5}"/>
              </a:ext>
            </a:extLst>
          </p:cNvPr>
          <p:cNvSpPr txBox="1"/>
          <p:nvPr/>
        </p:nvSpPr>
        <p:spPr>
          <a:xfrm>
            <a:off x="6365205" y="897527"/>
            <a:ext cx="1605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Total de Vendas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4C8FDAB-7766-5DF0-4965-E83B97A9ACE0}"/>
              </a:ext>
            </a:extLst>
          </p:cNvPr>
          <p:cNvSpPr txBox="1"/>
          <p:nvPr/>
        </p:nvSpPr>
        <p:spPr>
          <a:xfrm>
            <a:off x="7746745" y="897527"/>
            <a:ext cx="1068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Ticket Médio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856A60CE-6071-FD61-ED59-428C34ADBD1F}"/>
              </a:ext>
            </a:extLst>
          </p:cNvPr>
          <p:cNvCxnSpPr>
            <a:cxnSpLocks/>
          </p:cNvCxnSpPr>
          <p:nvPr/>
        </p:nvCxnSpPr>
        <p:spPr>
          <a:xfrm>
            <a:off x="2648125" y="930198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2B4EB3E1-75DB-84EA-5C60-C5FCF1130230}"/>
              </a:ext>
            </a:extLst>
          </p:cNvPr>
          <p:cNvCxnSpPr>
            <a:cxnSpLocks/>
          </p:cNvCxnSpPr>
          <p:nvPr/>
        </p:nvCxnSpPr>
        <p:spPr>
          <a:xfrm>
            <a:off x="4766981" y="925283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3161F4E6-7BC8-A7F0-3675-FFAF88EEB554}"/>
              </a:ext>
            </a:extLst>
          </p:cNvPr>
          <p:cNvCxnSpPr>
            <a:cxnSpLocks/>
          </p:cNvCxnSpPr>
          <p:nvPr/>
        </p:nvCxnSpPr>
        <p:spPr>
          <a:xfrm>
            <a:off x="6374558" y="920368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1B74B627-C834-8FD9-82A0-909FC781BE35}"/>
              </a:ext>
            </a:extLst>
          </p:cNvPr>
          <p:cNvCxnSpPr>
            <a:cxnSpLocks/>
          </p:cNvCxnSpPr>
          <p:nvPr/>
        </p:nvCxnSpPr>
        <p:spPr>
          <a:xfrm>
            <a:off x="7746159" y="925284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B7C7DC8E-FEE8-88AB-6A9A-D9CA91B07BD5}"/>
              </a:ext>
            </a:extLst>
          </p:cNvPr>
          <p:cNvCxnSpPr>
            <a:cxnSpLocks/>
          </p:cNvCxnSpPr>
          <p:nvPr/>
        </p:nvCxnSpPr>
        <p:spPr>
          <a:xfrm>
            <a:off x="9588052" y="930198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4081D4C-99F3-679A-34D4-F91ABF2609A0}"/>
              </a:ext>
            </a:extLst>
          </p:cNvPr>
          <p:cNvSpPr txBox="1"/>
          <p:nvPr/>
        </p:nvSpPr>
        <p:spPr>
          <a:xfrm>
            <a:off x="9581686" y="920368"/>
            <a:ext cx="1695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Atingimento da Meta</a:t>
            </a:r>
          </a:p>
        </p:txBody>
      </p:sp>
    </p:spTree>
    <p:extLst>
      <p:ext uri="{BB962C8B-B14F-4D97-AF65-F5344CB8AC3E}">
        <p14:creationId xmlns:p14="http://schemas.microsoft.com/office/powerpoint/2010/main" val="2388635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161C2-D174-7E72-358C-C6308EA2D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277EB30A-7850-3CF4-C49A-384438D2A3AA}"/>
              </a:ext>
            </a:extLst>
          </p:cNvPr>
          <p:cNvSpPr/>
          <p:nvPr/>
        </p:nvSpPr>
        <p:spPr>
          <a:xfrm>
            <a:off x="0" y="744877"/>
            <a:ext cx="2261419" cy="6130413"/>
          </a:xfrm>
          <a:prstGeom prst="rect">
            <a:avLst/>
          </a:prstGeom>
          <a:solidFill>
            <a:srgbClr val="2A5C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Meio-quadro 5">
            <a:extLst>
              <a:ext uri="{FF2B5EF4-FFF2-40B4-BE49-F238E27FC236}">
                <a16:creationId xmlns:a16="http://schemas.microsoft.com/office/drawing/2014/main" id="{A7094B2A-12F4-4482-453B-24034803A642}"/>
              </a:ext>
            </a:extLst>
          </p:cNvPr>
          <p:cNvSpPr/>
          <p:nvPr/>
        </p:nvSpPr>
        <p:spPr>
          <a:xfrm>
            <a:off x="0" y="-1"/>
            <a:ext cx="12190194" cy="2408903"/>
          </a:xfrm>
          <a:prstGeom prst="halfFrame">
            <a:avLst/>
          </a:prstGeom>
          <a:solidFill>
            <a:srgbClr val="2A5C4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FE33FFB-CA2D-FE9F-5ABA-8C5FE5592711}"/>
              </a:ext>
            </a:extLst>
          </p:cNvPr>
          <p:cNvSpPr/>
          <p:nvPr/>
        </p:nvSpPr>
        <p:spPr>
          <a:xfrm>
            <a:off x="147482" y="2169257"/>
            <a:ext cx="1966453" cy="295475"/>
          </a:xfrm>
          <a:prstGeom prst="roundRect">
            <a:avLst/>
          </a:prstGeom>
          <a:solidFill>
            <a:srgbClr val="D7E6DD"/>
          </a:solidFill>
          <a:ln>
            <a:solidFill>
              <a:srgbClr val="D7E6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D7E6DD"/>
              </a:solidFill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C0D61FB-6780-06FF-F465-3F6CD01E5C70}"/>
              </a:ext>
            </a:extLst>
          </p:cNvPr>
          <p:cNvSpPr/>
          <p:nvPr/>
        </p:nvSpPr>
        <p:spPr>
          <a:xfrm>
            <a:off x="147483" y="1728756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49C64DE-87E2-56AC-B374-CD4FE68CF250}"/>
              </a:ext>
            </a:extLst>
          </p:cNvPr>
          <p:cNvSpPr/>
          <p:nvPr/>
        </p:nvSpPr>
        <p:spPr>
          <a:xfrm>
            <a:off x="147481" y="1278363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4932A7D-7E83-7FB3-6B25-FC3D64324805}"/>
              </a:ext>
            </a:extLst>
          </p:cNvPr>
          <p:cNvSpPr/>
          <p:nvPr/>
        </p:nvSpPr>
        <p:spPr>
          <a:xfrm>
            <a:off x="147483" y="837862"/>
            <a:ext cx="1966453" cy="295475"/>
          </a:xfrm>
          <a:prstGeom prst="roundRect">
            <a:avLst/>
          </a:prstGeom>
          <a:solidFill>
            <a:srgbClr val="D7E6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2D4B550-32E9-349E-9938-01EBCBB777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79" y="56272"/>
            <a:ext cx="2048260" cy="6675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25FAB62-A88C-E05D-AA42-812167A40E68}"/>
              </a:ext>
            </a:extLst>
          </p:cNvPr>
          <p:cNvSpPr txBox="1"/>
          <p:nvPr/>
        </p:nvSpPr>
        <p:spPr>
          <a:xfrm>
            <a:off x="2261417" y="172383"/>
            <a:ext cx="3991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 Estratégico de Vendas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86D6A2F-216D-D95A-FAB3-686F71580F83}"/>
              </a:ext>
            </a:extLst>
          </p:cNvPr>
          <p:cNvSpPr txBox="1"/>
          <p:nvPr/>
        </p:nvSpPr>
        <p:spPr>
          <a:xfrm>
            <a:off x="2261417" y="461261"/>
            <a:ext cx="28236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i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Análise Estratégica do Negócio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04EB89A-4BA0-8FA2-F2D6-A1D3AB6C2898}"/>
              </a:ext>
            </a:extLst>
          </p:cNvPr>
          <p:cNvSpPr/>
          <p:nvPr/>
        </p:nvSpPr>
        <p:spPr>
          <a:xfrm>
            <a:off x="147480" y="2619650"/>
            <a:ext cx="1966453" cy="295475"/>
          </a:xfrm>
          <a:prstGeom prst="roundRect">
            <a:avLst/>
          </a:prstGeom>
          <a:noFill/>
          <a:ln>
            <a:solidFill>
              <a:srgbClr val="D7E6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C4449869-84D7-D3A1-762F-AB193BC15B57}"/>
              </a:ext>
            </a:extLst>
          </p:cNvPr>
          <p:cNvGrpSpPr/>
          <p:nvPr/>
        </p:nvGrpSpPr>
        <p:grpSpPr>
          <a:xfrm>
            <a:off x="183427" y="873687"/>
            <a:ext cx="1894559" cy="2022379"/>
            <a:chOff x="183427" y="873687"/>
            <a:chExt cx="1894559" cy="2022379"/>
          </a:xfrm>
        </p:grpSpPr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BE28B88A-6A0E-21D6-1488-CDD5E77F163F}"/>
                </a:ext>
              </a:extLst>
            </p:cNvPr>
            <p:cNvGrpSpPr/>
            <p:nvPr/>
          </p:nvGrpSpPr>
          <p:grpSpPr>
            <a:xfrm>
              <a:off x="183428" y="873687"/>
              <a:ext cx="1894558" cy="1571833"/>
              <a:chOff x="147481" y="3272073"/>
              <a:chExt cx="1894558" cy="1571833"/>
            </a:xfrm>
          </p:grpSpPr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041450BB-FA63-19AE-EE15-B446646BAC84}"/>
                  </a:ext>
                </a:extLst>
              </p:cNvPr>
              <p:cNvSpPr txBox="1"/>
              <p:nvPr/>
            </p:nvSpPr>
            <p:spPr>
              <a:xfrm>
                <a:off x="147481" y="3272073"/>
                <a:ext cx="1894558" cy="246221"/>
              </a:xfrm>
              <a:prstGeom prst="rect">
                <a:avLst/>
              </a:prstGeom>
              <a:solidFill>
                <a:srgbClr val="D7E6DD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rgbClr val="2A5C43"/>
                    </a:solidFill>
                  </a:rPr>
                  <a:t>VISÃO GERAL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66373EEC-06D1-379A-681F-E1EF4FB39343}"/>
                  </a:ext>
                </a:extLst>
              </p:cNvPr>
              <p:cNvSpPr txBox="1"/>
              <p:nvPr/>
            </p:nvSpPr>
            <p:spPr>
              <a:xfrm>
                <a:off x="147481" y="3712574"/>
                <a:ext cx="1894558" cy="2462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rgbClr val="2A5C43"/>
                    </a:solidFill>
                  </a:rPr>
                  <a:t>PRODUTOS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5592E22-19B2-4091-0033-A44525390223}"/>
                  </a:ext>
                </a:extLst>
              </p:cNvPr>
              <p:cNvSpPr txBox="1"/>
              <p:nvPr/>
            </p:nvSpPr>
            <p:spPr>
              <a:xfrm>
                <a:off x="147481" y="4158335"/>
                <a:ext cx="18945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rgbClr val="2A5C43"/>
                    </a:solidFill>
                  </a:rPr>
                  <a:t>VENDEDORES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3E7712C4-3FFF-63A4-9C12-7F3D6E5B966B}"/>
                  </a:ext>
                </a:extLst>
              </p:cNvPr>
              <p:cNvSpPr txBox="1"/>
              <p:nvPr/>
            </p:nvSpPr>
            <p:spPr>
              <a:xfrm>
                <a:off x="147481" y="4597685"/>
                <a:ext cx="189455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000" b="1" dirty="0">
                    <a:solidFill>
                      <a:srgbClr val="2A5C43"/>
                    </a:solidFill>
                  </a:rPr>
                  <a:t>DETALHAMENTO</a:t>
                </a:r>
              </a:p>
            </p:txBody>
          </p:sp>
        </p:grp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6E8EA048-0646-6CF4-7BD0-898AB7C687D7}"/>
                </a:ext>
              </a:extLst>
            </p:cNvPr>
            <p:cNvSpPr txBox="1"/>
            <p:nvPr/>
          </p:nvSpPr>
          <p:spPr>
            <a:xfrm>
              <a:off x="183427" y="2649845"/>
              <a:ext cx="189455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00" b="1" dirty="0">
                  <a:solidFill>
                    <a:schemeClr val="bg1"/>
                  </a:solidFill>
                </a:rPr>
                <a:t>ANÁLISE ESTRATÉGICA</a:t>
              </a:r>
            </a:p>
          </p:txBody>
        </p:sp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F01DB48-8920-60F6-0583-0C7DC537939D}"/>
              </a:ext>
            </a:extLst>
          </p:cNvPr>
          <p:cNvSpPr txBox="1"/>
          <p:nvPr/>
        </p:nvSpPr>
        <p:spPr>
          <a:xfrm>
            <a:off x="2649642" y="897527"/>
            <a:ext cx="14162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Faturamento Total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CC8B8DD-1949-D568-CF27-AD520C198EAF}"/>
              </a:ext>
            </a:extLst>
          </p:cNvPr>
          <p:cNvSpPr txBox="1"/>
          <p:nvPr/>
        </p:nvSpPr>
        <p:spPr>
          <a:xfrm>
            <a:off x="4754197" y="897527"/>
            <a:ext cx="1605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Quantidade Vendida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FBC65FD-14B1-6A85-5E35-0FB79A19A93A}"/>
              </a:ext>
            </a:extLst>
          </p:cNvPr>
          <p:cNvSpPr txBox="1"/>
          <p:nvPr/>
        </p:nvSpPr>
        <p:spPr>
          <a:xfrm>
            <a:off x="6365205" y="897527"/>
            <a:ext cx="16055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Total de Vendas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7A3785F-034D-C164-FB4A-27D83FAD1C04}"/>
              </a:ext>
            </a:extLst>
          </p:cNvPr>
          <p:cNvSpPr txBox="1"/>
          <p:nvPr/>
        </p:nvSpPr>
        <p:spPr>
          <a:xfrm>
            <a:off x="7746745" y="897527"/>
            <a:ext cx="1068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Ticket Médio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033C4D23-1FA9-7D4C-4D9F-AAAF63A5F1BF}"/>
              </a:ext>
            </a:extLst>
          </p:cNvPr>
          <p:cNvCxnSpPr>
            <a:cxnSpLocks/>
          </p:cNvCxnSpPr>
          <p:nvPr/>
        </p:nvCxnSpPr>
        <p:spPr>
          <a:xfrm>
            <a:off x="2648125" y="930198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9A28B1E1-C48D-8861-0604-D0FB840D7BE4}"/>
              </a:ext>
            </a:extLst>
          </p:cNvPr>
          <p:cNvCxnSpPr>
            <a:cxnSpLocks/>
          </p:cNvCxnSpPr>
          <p:nvPr/>
        </p:nvCxnSpPr>
        <p:spPr>
          <a:xfrm>
            <a:off x="4766981" y="925283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4578A0DC-A87D-07F4-623A-091E8AF6D4D0}"/>
              </a:ext>
            </a:extLst>
          </p:cNvPr>
          <p:cNvCxnSpPr>
            <a:cxnSpLocks/>
          </p:cNvCxnSpPr>
          <p:nvPr/>
        </p:nvCxnSpPr>
        <p:spPr>
          <a:xfrm>
            <a:off x="6374558" y="920368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3A8061AF-A37A-A399-2626-17B70E1ABB08}"/>
              </a:ext>
            </a:extLst>
          </p:cNvPr>
          <p:cNvCxnSpPr>
            <a:cxnSpLocks/>
          </p:cNvCxnSpPr>
          <p:nvPr/>
        </p:nvCxnSpPr>
        <p:spPr>
          <a:xfrm>
            <a:off x="7746159" y="925284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3BD284E8-AD6F-8227-C058-13A950737AD2}"/>
              </a:ext>
            </a:extLst>
          </p:cNvPr>
          <p:cNvCxnSpPr>
            <a:cxnSpLocks/>
          </p:cNvCxnSpPr>
          <p:nvPr/>
        </p:nvCxnSpPr>
        <p:spPr>
          <a:xfrm>
            <a:off x="9588052" y="930198"/>
            <a:ext cx="0" cy="792000"/>
          </a:xfrm>
          <a:prstGeom prst="line">
            <a:avLst/>
          </a:prstGeom>
          <a:ln w="38100">
            <a:solidFill>
              <a:srgbClr val="2A5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7060A8FA-176E-DB9D-69F4-C6F5CC8C42BD}"/>
              </a:ext>
            </a:extLst>
          </p:cNvPr>
          <p:cNvSpPr txBox="1"/>
          <p:nvPr/>
        </p:nvSpPr>
        <p:spPr>
          <a:xfrm>
            <a:off x="9581686" y="920368"/>
            <a:ext cx="16959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latin typeface="Segoe UI" panose="020B0502040204020203" pitchFamily="34" charset="0"/>
                <a:cs typeface="Segoe UI" panose="020B0502040204020203" pitchFamily="34" charset="0"/>
              </a:rPr>
              <a:t>Atingimento da Meta</a:t>
            </a:r>
          </a:p>
        </p:txBody>
      </p:sp>
    </p:spTree>
    <p:extLst>
      <p:ext uri="{BB962C8B-B14F-4D97-AF65-F5344CB8AC3E}">
        <p14:creationId xmlns:p14="http://schemas.microsoft.com/office/powerpoint/2010/main" val="26580015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</TotalTime>
  <Words>132</Words>
  <Application>Microsoft Office PowerPoint</Application>
  <PresentationFormat>Widescreen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Nayara Rocha</dc:creator>
  <cp:lastModifiedBy>Nayara Rocha</cp:lastModifiedBy>
  <cp:revision>1</cp:revision>
  <dcterms:created xsi:type="dcterms:W3CDTF">2026-03-09T13:38:18Z</dcterms:created>
  <dcterms:modified xsi:type="dcterms:W3CDTF">2026-03-16T17:39:30Z</dcterms:modified>
</cp:coreProperties>
</file>